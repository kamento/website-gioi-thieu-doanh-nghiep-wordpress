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6" r:id="rId2"/>
    <p:sldId id="257" r:id="rId3"/>
    <p:sldId id="261" r:id="rId4"/>
    <p:sldId id="262" r:id="rId5"/>
    <p:sldId id="265" r:id="rId6"/>
    <p:sldId id="266" r:id="rId7"/>
    <p:sldId id="267" r:id="rId8"/>
    <p:sldId id="268" r:id="rId9"/>
    <p:sldId id="270" r:id="rId10"/>
    <p:sldId id="290" r:id="rId11"/>
    <p:sldId id="291" r:id="rId12"/>
    <p:sldId id="288" r:id="rId13"/>
    <p:sldId id="292" r:id="rId14"/>
    <p:sldId id="293" r:id="rId15"/>
    <p:sldId id="294" r:id="rId16"/>
    <p:sldId id="295" r:id="rId17"/>
    <p:sldId id="275" r:id="rId18"/>
    <p:sldId id="296" r:id="rId19"/>
    <p:sldId id="297" r:id="rId20"/>
    <p:sldId id="298" r:id="rId21"/>
    <p:sldId id="299" r:id="rId22"/>
    <p:sldId id="287" r:id="rId23"/>
    <p:sldId id="28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62DB8-7EA4-4E95-B9DC-245BD870BB20}" v="89" dt="2026-01-04T19:33:12.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kami Kamento" userId="eb098ef7f768777d" providerId="LiveId" clId="{1ED61E37-4E09-4F61-83F1-836900701689}"/>
    <pc:docChg chg="undo custSel addSld delSld modSld">
      <pc:chgData name="Okami Kamento" userId="eb098ef7f768777d" providerId="LiveId" clId="{1ED61E37-4E09-4F61-83F1-836900701689}" dt="2026-01-04T19:33:34.320" v="1203" actId="2711"/>
      <pc:docMkLst>
        <pc:docMk/>
      </pc:docMkLst>
      <pc:sldChg chg="modSp mod">
        <pc:chgData name="Okami Kamento" userId="eb098ef7f768777d" providerId="LiveId" clId="{1ED61E37-4E09-4F61-83F1-836900701689}" dt="2026-01-04T17:43:58.480" v="114" actId="2711"/>
        <pc:sldMkLst>
          <pc:docMk/>
          <pc:sldMk cId="682658046" sldId="265"/>
        </pc:sldMkLst>
        <pc:spChg chg="mod">
          <ac:chgData name="Okami Kamento" userId="eb098ef7f768777d" providerId="LiveId" clId="{1ED61E37-4E09-4F61-83F1-836900701689}" dt="2026-01-04T17:43:58.480" v="114" actId="2711"/>
          <ac:spMkLst>
            <pc:docMk/>
            <pc:sldMk cId="682658046" sldId="265"/>
            <ac:spMk id="6" creationId="{EBA172EF-0B05-3C18-9622-8FEE4B97FFF3}"/>
          </ac:spMkLst>
        </pc:spChg>
      </pc:sldChg>
      <pc:sldChg chg="addSp delSp modSp mod">
        <pc:chgData name="Okami Kamento" userId="eb098ef7f768777d" providerId="LiveId" clId="{1ED61E37-4E09-4F61-83F1-836900701689}" dt="2026-01-04T17:43:51.694" v="113" actId="2711"/>
        <pc:sldMkLst>
          <pc:docMk/>
          <pc:sldMk cId="1689758579" sldId="266"/>
        </pc:sldMkLst>
        <pc:spChg chg="add mod">
          <ac:chgData name="Okami Kamento" userId="eb098ef7f768777d" providerId="LiveId" clId="{1ED61E37-4E09-4F61-83F1-836900701689}" dt="2026-01-04T17:43:51.694" v="113" actId="2711"/>
          <ac:spMkLst>
            <pc:docMk/>
            <pc:sldMk cId="1689758579" sldId="266"/>
            <ac:spMk id="3" creationId="{441939D5-18B5-19E6-7996-F09B2ABE0112}"/>
          </ac:spMkLst>
        </pc:spChg>
        <pc:spChg chg="mod">
          <ac:chgData name="Okami Kamento" userId="eb098ef7f768777d" providerId="LiveId" clId="{1ED61E37-4E09-4F61-83F1-836900701689}" dt="2026-01-04T16:42:32.218" v="83" actId="255"/>
          <ac:spMkLst>
            <pc:docMk/>
            <pc:sldMk cId="1689758579" sldId="266"/>
            <ac:spMk id="5" creationId="{8295DBE8-E553-BECE-2114-986C284E802F}"/>
          </ac:spMkLst>
        </pc:spChg>
        <pc:graphicFrameChg chg="del mod modGraphic">
          <ac:chgData name="Okami Kamento" userId="eb098ef7f768777d" providerId="LiveId" clId="{1ED61E37-4E09-4F61-83F1-836900701689}" dt="2026-01-04T16:41:13.224" v="74" actId="478"/>
          <ac:graphicFrameMkLst>
            <pc:docMk/>
            <pc:sldMk cId="1689758579" sldId="266"/>
            <ac:graphicFrameMk id="8" creationId="{BC34B900-B221-E878-2707-824365ABCF0B}"/>
          </ac:graphicFrameMkLst>
        </pc:graphicFrameChg>
      </pc:sldChg>
      <pc:sldChg chg="modSp mod">
        <pc:chgData name="Okami Kamento" userId="eb098ef7f768777d" providerId="LiveId" clId="{1ED61E37-4E09-4F61-83F1-836900701689}" dt="2026-01-04T18:02:19.984" v="391" actId="20577"/>
        <pc:sldMkLst>
          <pc:docMk/>
          <pc:sldMk cId="501551711" sldId="267"/>
        </pc:sldMkLst>
        <pc:spChg chg="mod">
          <ac:chgData name="Okami Kamento" userId="eb098ef7f768777d" providerId="LiveId" clId="{1ED61E37-4E09-4F61-83F1-836900701689}" dt="2026-01-04T18:02:19.984" v="391" actId="20577"/>
          <ac:spMkLst>
            <pc:docMk/>
            <pc:sldMk cId="501551711" sldId="267"/>
            <ac:spMk id="2" creationId="{A1F50EC7-05A9-13A0-E4E5-139930C229DF}"/>
          </ac:spMkLst>
        </pc:spChg>
        <pc:spChg chg="mod">
          <ac:chgData name="Okami Kamento" userId="eb098ef7f768777d" providerId="LiveId" clId="{1ED61E37-4E09-4F61-83F1-836900701689}" dt="2026-01-04T17:44:21.485" v="116" actId="255"/>
          <ac:spMkLst>
            <pc:docMk/>
            <pc:sldMk cId="501551711" sldId="267"/>
            <ac:spMk id="5" creationId="{907F34DE-C45F-2256-EF9A-A85572DA517B}"/>
          </ac:spMkLst>
        </pc:spChg>
        <pc:spChg chg="mod">
          <ac:chgData name="Okami Kamento" userId="eb098ef7f768777d" providerId="LiveId" clId="{1ED61E37-4E09-4F61-83F1-836900701689}" dt="2026-01-04T17:44:15.789" v="115" actId="255"/>
          <ac:spMkLst>
            <pc:docMk/>
            <pc:sldMk cId="501551711" sldId="267"/>
            <ac:spMk id="6" creationId="{49BAA557-64B7-AAEA-F102-3A9D9CFD4D33}"/>
          </ac:spMkLst>
        </pc:spChg>
      </pc:sldChg>
      <pc:sldChg chg="modSp mod">
        <pc:chgData name="Okami Kamento" userId="eb098ef7f768777d" providerId="LiveId" clId="{1ED61E37-4E09-4F61-83F1-836900701689}" dt="2026-01-04T18:02:30.796" v="411" actId="20577"/>
        <pc:sldMkLst>
          <pc:docMk/>
          <pc:sldMk cId="1127626597" sldId="268"/>
        </pc:sldMkLst>
        <pc:spChg chg="mod">
          <ac:chgData name="Okami Kamento" userId="eb098ef7f768777d" providerId="LiveId" clId="{1ED61E37-4E09-4F61-83F1-836900701689}" dt="2026-01-04T18:02:30.796" v="411" actId="20577"/>
          <ac:spMkLst>
            <pc:docMk/>
            <pc:sldMk cId="1127626597" sldId="268"/>
            <ac:spMk id="2" creationId="{DF5F7F4C-779D-323E-BFDD-5EB21F7F74B6}"/>
          </ac:spMkLst>
        </pc:spChg>
        <pc:spChg chg="mod">
          <ac:chgData name="Okami Kamento" userId="eb098ef7f768777d" providerId="LiveId" clId="{1ED61E37-4E09-4F61-83F1-836900701689}" dt="2026-01-04T17:47:35.272" v="296" actId="1076"/>
          <ac:spMkLst>
            <pc:docMk/>
            <pc:sldMk cId="1127626597" sldId="268"/>
            <ac:spMk id="5" creationId="{56DF93F8-3E78-A1C3-12AC-269F7629A77D}"/>
          </ac:spMkLst>
        </pc:spChg>
        <pc:spChg chg="mod">
          <ac:chgData name="Okami Kamento" userId="eb098ef7f768777d" providerId="LiveId" clId="{1ED61E37-4E09-4F61-83F1-836900701689}" dt="2026-01-04T17:45:16.115" v="177" actId="255"/>
          <ac:spMkLst>
            <pc:docMk/>
            <pc:sldMk cId="1127626597" sldId="268"/>
            <ac:spMk id="6" creationId="{D49DB886-2EF8-4229-7BB5-99F736745772}"/>
          </ac:spMkLst>
        </pc:spChg>
      </pc:sldChg>
      <pc:sldChg chg="delSp modSp mod">
        <pc:chgData name="Okami Kamento" userId="eb098ef7f768777d" providerId="LiveId" clId="{1ED61E37-4E09-4F61-83F1-836900701689}" dt="2026-01-04T17:50:22.934" v="305" actId="27636"/>
        <pc:sldMkLst>
          <pc:docMk/>
          <pc:sldMk cId="156566952" sldId="270"/>
        </pc:sldMkLst>
        <pc:spChg chg="mod">
          <ac:chgData name="Okami Kamento" userId="eb098ef7f768777d" providerId="LiveId" clId="{1ED61E37-4E09-4F61-83F1-836900701689}" dt="2026-01-04T17:46:32.042" v="245" actId="1076"/>
          <ac:spMkLst>
            <pc:docMk/>
            <pc:sldMk cId="156566952" sldId="270"/>
            <ac:spMk id="2" creationId="{E7F6BE81-6595-73F5-E3C5-F316D24C8311}"/>
          </ac:spMkLst>
        </pc:spChg>
        <pc:spChg chg="mod">
          <ac:chgData name="Okami Kamento" userId="eb098ef7f768777d" providerId="LiveId" clId="{1ED61E37-4E09-4F61-83F1-836900701689}" dt="2026-01-04T17:47:31.202" v="295" actId="1076"/>
          <ac:spMkLst>
            <pc:docMk/>
            <pc:sldMk cId="156566952" sldId="270"/>
            <ac:spMk id="3" creationId="{7281059A-14CC-6F78-7FB6-4EA559A1B3B3}"/>
          </ac:spMkLst>
        </pc:spChg>
        <pc:spChg chg="del mod">
          <ac:chgData name="Okami Kamento" userId="eb098ef7f768777d" providerId="LiveId" clId="{1ED61E37-4E09-4F61-83F1-836900701689}" dt="2026-01-04T17:46:14.813" v="243" actId="478"/>
          <ac:spMkLst>
            <pc:docMk/>
            <pc:sldMk cId="156566952" sldId="270"/>
            <ac:spMk id="5" creationId="{0E6FA901-89BE-8256-B8C0-856E771C70B7}"/>
          </ac:spMkLst>
        </pc:spChg>
        <pc:spChg chg="mod">
          <ac:chgData name="Okami Kamento" userId="eb098ef7f768777d" providerId="LiveId" clId="{1ED61E37-4E09-4F61-83F1-836900701689}" dt="2026-01-04T17:50:22.934" v="305" actId="27636"/>
          <ac:spMkLst>
            <pc:docMk/>
            <pc:sldMk cId="156566952" sldId="270"/>
            <ac:spMk id="6" creationId="{4E3CBB73-691A-179C-7468-E01ECF5F645B}"/>
          </ac:spMkLst>
        </pc:spChg>
      </pc:sldChg>
      <pc:sldChg chg="del">
        <pc:chgData name="Okami Kamento" userId="eb098ef7f768777d" providerId="LiveId" clId="{1ED61E37-4E09-4F61-83F1-836900701689}" dt="2026-01-04T17:50:44.281" v="306" actId="47"/>
        <pc:sldMkLst>
          <pc:docMk/>
          <pc:sldMk cId="1642584365" sldId="271"/>
        </pc:sldMkLst>
      </pc:sldChg>
      <pc:sldChg chg="del">
        <pc:chgData name="Okami Kamento" userId="eb098ef7f768777d" providerId="LiveId" clId="{1ED61E37-4E09-4F61-83F1-836900701689}" dt="2026-01-04T18:12:11.926" v="412" actId="47"/>
        <pc:sldMkLst>
          <pc:docMk/>
          <pc:sldMk cId="784009874" sldId="272"/>
        </pc:sldMkLst>
      </pc:sldChg>
      <pc:sldChg chg="delSp modSp mod">
        <pc:chgData name="Okami Kamento" userId="eb098ef7f768777d" providerId="LiveId" clId="{1ED61E37-4E09-4F61-83F1-836900701689}" dt="2026-01-04T19:00:55.858" v="568" actId="478"/>
        <pc:sldMkLst>
          <pc:docMk/>
          <pc:sldMk cId="1592714482" sldId="275"/>
        </pc:sldMkLst>
        <pc:spChg chg="mod">
          <ac:chgData name="Okami Kamento" userId="eb098ef7f768777d" providerId="LiveId" clId="{1ED61E37-4E09-4F61-83F1-836900701689}" dt="2026-01-04T18:30:42.393" v="557" actId="255"/>
          <ac:spMkLst>
            <pc:docMk/>
            <pc:sldMk cId="1592714482" sldId="275"/>
            <ac:spMk id="3" creationId="{200B8ADD-B7D4-692A-A784-454DA95EB9F8}"/>
          </ac:spMkLst>
        </pc:spChg>
        <pc:spChg chg="mod">
          <ac:chgData name="Okami Kamento" userId="eb098ef7f768777d" providerId="LiveId" clId="{1ED61E37-4E09-4F61-83F1-836900701689}" dt="2026-01-04T18:30:06.395" v="550" actId="20577"/>
          <ac:spMkLst>
            <pc:docMk/>
            <pc:sldMk cId="1592714482" sldId="275"/>
            <ac:spMk id="5" creationId="{283EAA6F-9140-251D-A05A-90365AF9572B}"/>
          </ac:spMkLst>
        </pc:spChg>
        <pc:picChg chg="del">
          <ac:chgData name="Okami Kamento" userId="eb098ef7f768777d" providerId="LiveId" clId="{1ED61E37-4E09-4F61-83F1-836900701689}" dt="2026-01-04T19:00:55.858" v="568" actId="478"/>
          <ac:picMkLst>
            <pc:docMk/>
            <pc:sldMk cId="1592714482" sldId="275"/>
            <ac:picMk id="7" creationId="{21535EE1-6951-DBD5-853F-5D67E4A4311B}"/>
          </ac:picMkLst>
        </pc:picChg>
      </pc:sldChg>
      <pc:sldChg chg="del">
        <pc:chgData name="Okami Kamento" userId="eb098ef7f768777d" providerId="LiveId" clId="{1ED61E37-4E09-4F61-83F1-836900701689}" dt="2026-01-04T18:51:02.175" v="558" actId="47"/>
        <pc:sldMkLst>
          <pc:docMk/>
          <pc:sldMk cId="1098840084" sldId="277"/>
        </pc:sldMkLst>
      </pc:sldChg>
      <pc:sldChg chg="del">
        <pc:chgData name="Okami Kamento" userId="eb098ef7f768777d" providerId="LiveId" clId="{1ED61E37-4E09-4F61-83F1-836900701689}" dt="2026-01-04T18:51:17.692" v="560" actId="47"/>
        <pc:sldMkLst>
          <pc:docMk/>
          <pc:sldMk cId="856545943" sldId="279"/>
        </pc:sldMkLst>
      </pc:sldChg>
      <pc:sldChg chg="del">
        <pc:chgData name="Okami Kamento" userId="eb098ef7f768777d" providerId="LiveId" clId="{1ED61E37-4E09-4F61-83F1-836900701689}" dt="2026-01-04T18:51:39.985" v="562" actId="47"/>
        <pc:sldMkLst>
          <pc:docMk/>
          <pc:sldMk cId="1089216357" sldId="280"/>
        </pc:sldMkLst>
      </pc:sldChg>
      <pc:sldChg chg="del">
        <pc:chgData name="Okami Kamento" userId="eb098ef7f768777d" providerId="LiveId" clId="{1ED61E37-4E09-4F61-83F1-836900701689}" dt="2026-01-04T18:51:27.637" v="561" actId="47"/>
        <pc:sldMkLst>
          <pc:docMk/>
          <pc:sldMk cId="11046115" sldId="281"/>
        </pc:sldMkLst>
      </pc:sldChg>
      <pc:sldChg chg="del">
        <pc:chgData name="Okami Kamento" userId="eb098ef7f768777d" providerId="LiveId" clId="{1ED61E37-4E09-4F61-83F1-836900701689}" dt="2026-01-04T18:51:41.460" v="563" actId="47"/>
        <pc:sldMkLst>
          <pc:docMk/>
          <pc:sldMk cId="1941348494" sldId="282"/>
        </pc:sldMkLst>
      </pc:sldChg>
      <pc:sldChg chg="del">
        <pc:chgData name="Okami Kamento" userId="eb098ef7f768777d" providerId="LiveId" clId="{1ED61E37-4E09-4F61-83F1-836900701689}" dt="2026-01-04T18:51:42.881" v="564" actId="47"/>
        <pc:sldMkLst>
          <pc:docMk/>
          <pc:sldMk cId="3523334300" sldId="283"/>
        </pc:sldMkLst>
      </pc:sldChg>
      <pc:sldChg chg="del">
        <pc:chgData name="Okami Kamento" userId="eb098ef7f768777d" providerId="LiveId" clId="{1ED61E37-4E09-4F61-83F1-836900701689}" dt="2026-01-04T18:51:44.570" v="565" actId="47"/>
        <pc:sldMkLst>
          <pc:docMk/>
          <pc:sldMk cId="1553264444" sldId="284"/>
        </pc:sldMkLst>
      </pc:sldChg>
      <pc:sldChg chg="del">
        <pc:chgData name="Okami Kamento" userId="eb098ef7f768777d" providerId="LiveId" clId="{1ED61E37-4E09-4F61-83F1-836900701689}" dt="2026-01-04T18:51:06.169" v="559" actId="47"/>
        <pc:sldMkLst>
          <pc:docMk/>
          <pc:sldMk cId="2363378351" sldId="285"/>
        </pc:sldMkLst>
      </pc:sldChg>
      <pc:sldChg chg="del">
        <pc:chgData name="Okami Kamento" userId="eb098ef7f768777d" providerId="LiveId" clId="{1ED61E37-4E09-4F61-83F1-836900701689}" dt="2026-01-04T18:51:49.814" v="566" actId="47"/>
        <pc:sldMkLst>
          <pc:docMk/>
          <pc:sldMk cId="3982120839" sldId="286"/>
        </pc:sldMkLst>
      </pc:sldChg>
      <pc:sldChg chg="modSp mod">
        <pc:chgData name="Okami Kamento" userId="eb098ef7f768777d" providerId="LiveId" clId="{1ED61E37-4E09-4F61-83F1-836900701689}" dt="2026-01-04T19:33:34.320" v="1203" actId="2711"/>
        <pc:sldMkLst>
          <pc:docMk/>
          <pc:sldMk cId="1336862033" sldId="287"/>
        </pc:sldMkLst>
        <pc:spChg chg="mod">
          <ac:chgData name="Okami Kamento" userId="eb098ef7f768777d" providerId="LiveId" clId="{1ED61E37-4E09-4F61-83F1-836900701689}" dt="2026-01-04T19:31:24.208" v="1154" actId="1076"/>
          <ac:spMkLst>
            <pc:docMk/>
            <pc:sldMk cId="1336862033" sldId="287"/>
            <ac:spMk id="2" creationId="{1A462F8E-5CF8-0122-D742-432712B52B55}"/>
          </ac:spMkLst>
        </pc:spChg>
        <pc:spChg chg="mod">
          <ac:chgData name="Okami Kamento" userId="eb098ef7f768777d" providerId="LiveId" clId="{1ED61E37-4E09-4F61-83F1-836900701689}" dt="2026-01-04T19:33:34.320" v="1203" actId="2711"/>
          <ac:spMkLst>
            <pc:docMk/>
            <pc:sldMk cId="1336862033" sldId="287"/>
            <ac:spMk id="4" creationId="{BEEFF29F-4FB8-16AF-3444-440068C8592F}"/>
          </ac:spMkLst>
        </pc:spChg>
      </pc:sldChg>
      <pc:sldChg chg="delSp modSp mod">
        <pc:chgData name="Okami Kamento" userId="eb098ef7f768777d" providerId="LiveId" clId="{1ED61E37-4E09-4F61-83F1-836900701689}" dt="2026-01-04T19:12:38.772" v="681" actId="14100"/>
        <pc:sldMkLst>
          <pc:docMk/>
          <pc:sldMk cId="3157376825" sldId="288"/>
        </pc:sldMkLst>
        <pc:spChg chg="mod">
          <ac:chgData name="Okami Kamento" userId="eb098ef7f768777d" providerId="LiveId" clId="{1ED61E37-4E09-4F61-83F1-836900701689}" dt="2026-01-04T19:06:37.596" v="627" actId="1076"/>
          <ac:spMkLst>
            <pc:docMk/>
            <pc:sldMk cId="3157376825" sldId="288"/>
            <ac:spMk id="2" creationId="{1FCF129E-6AAB-345E-5A40-5633D233DFF5}"/>
          </ac:spMkLst>
        </pc:spChg>
        <pc:spChg chg="mod">
          <ac:chgData name="Okami Kamento" userId="eb098ef7f768777d" providerId="LiveId" clId="{1ED61E37-4E09-4F61-83F1-836900701689}" dt="2026-01-04T19:12:38.772" v="681" actId="14100"/>
          <ac:spMkLst>
            <pc:docMk/>
            <pc:sldMk cId="3157376825" sldId="288"/>
            <ac:spMk id="3" creationId="{4699EAF7-A6CB-CA4B-C851-F8B0EED2F6B6}"/>
          </ac:spMkLst>
        </pc:spChg>
        <pc:spChg chg="mod">
          <ac:chgData name="Okami Kamento" userId="eb098ef7f768777d" providerId="LiveId" clId="{1ED61E37-4E09-4F61-83F1-836900701689}" dt="2026-01-04T19:06:41.512" v="628" actId="1076"/>
          <ac:spMkLst>
            <pc:docMk/>
            <pc:sldMk cId="3157376825" sldId="288"/>
            <ac:spMk id="5" creationId="{DC4C1DF3-04D0-FC58-F622-F8F3B813478F}"/>
          </ac:spMkLst>
        </pc:spChg>
        <pc:picChg chg="del">
          <ac:chgData name="Okami Kamento" userId="eb098ef7f768777d" providerId="LiveId" clId="{1ED61E37-4E09-4F61-83F1-836900701689}" dt="2026-01-04T19:00:51.828" v="567" actId="478"/>
          <ac:picMkLst>
            <pc:docMk/>
            <pc:sldMk cId="3157376825" sldId="288"/>
            <ac:picMk id="4" creationId="{611FC74B-8630-4E59-7BD0-102A5366E630}"/>
          </ac:picMkLst>
        </pc:picChg>
      </pc:sldChg>
      <pc:sldChg chg="modSp add mod">
        <pc:chgData name="Okami Kamento" userId="eb098ef7f768777d" providerId="LiveId" clId="{1ED61E37-4E09-4F61-83F1-836900701689}" dt="2026-01-04T17:51:51.923" v="361" actId="255"/>
        <pc:sldMkLst>
          <pc:docMk/>
          <pc:sldMk cId="996493270" sldId="290"/>
        </pc:sldMkLst>
        <pc:spChg chg="mod">
          <ac:chgData name="Okami Kamento" userId="eb098ef7f768777d" providerId="LiveId" clId="{1ED61E37-4E09-4F61-83F1-836900701689}" dt="2026-01-04T17:51:31.946" v="358" actId="14100"/>
          <ac:spMkLst>
            <pc:docMk/>
            <pc:sldMk cId="996493270" sldId="290"/>
            <ac:spMk id="3" creationId="{6DF5FE17-1F40-EDDC-D61C-4B6CD631A378}"/>
          </ac:spMkLst>
        </pc:spChg>
        <pc:spChg chg="mod">
          <ac:chgData name="Okami Kamento" userId="eb098ef7f768777d" providerId="LiveId" clId="{1ED61E37-4E09-4F61-83F1-836900701689}" dt="2026-01-04T17:51:51.923" v="361" actId="255"/>
          <ac:spMkLst>
            <pc:docMk/>
            <pc:sldMk cId="996493270" sldId="290"/>
            <ac:spMk id="6" creationId="{759B7DDE-07A3-E898-EE8F-EE34D9B06AD9}"/>
          </ac:spMkLst>
        </pc:spChg>
      </pc:sldChg>
      <pc:sldChg chg="modSp add mod">
        <pc:chgData name="Okami Kamento" userId="eb098ef7f768777d" providerId="LiveId" clId="{1ED61E37-4E09-4F61-83F1-836900701689}" dt="2026-01-04T18:13:20.489" v="494" actId="255"/>
        <pc:sldMkLst>
          <pc:docMk/>
          <pc:sldMk cId="2746582795" sldId="291"/>
        </pc:sldMkLst>
        <pc:spChg chg="mod">
          <ac:chgData name="Okami Kamento" userId="eb098ef7f768777d" providerId="LiveId" clId="{1ED61E37-4E09-4F61-83F1-836900701689}" dt="2026-01-04T18:12:44.569" v="491" actId="14100"/>
          <ac:spMkLst>
            <pc:docMk/>
            <pc:sldMk cId="2746582795" sldId="291"/>
            <ac:spMk id="3" creationId="{87D28194-8F66-CF97-D848-6E3AFFCD736D}"/>
          </ac:spMkLst>
        </pc:spChg>
        <pc:spChg chg="mod">
          <ac:chgData name="Okami Kamento" userId="eb098ef7f768777d" providerId="LiveId" clId="{1ED61E37-4E09-4F61-83F1-836900701689}" dt="2026-01-04T18:13:20.489" v="494" actId="255"/>
          <ac:spMkLst>
            <pc:docMk/>
            <pc:sldMk cId="2746582795" sldId="291"/>
            <ac:spMk id="6" creationId="{E063984D-B991-F7F8-7C20-1928EDC698F7}"/>
          </ac:spMkLst>
        </pc:spChg>
      </pc:sldChg>
      <pc:sldChg chg="addSp delSp modSp add mod setBg delDesignElem">
        <pc:chgData name="Okami Kamento" userId="eb098ef7f768777d" providerId="LiveId" clId="{1ED61E37-4E09-4F61-83F1-836900701689}" dt="2026-01-04T19:12:06.384" v="679" actId="1076"/>
        <pc:sldMkLst>
          <pc:docMk/>
          <pc:sldMk cId="1194056585" sldId="292"/>
        </pc:sldMkLst>
        <pc:spChg chg="mod">
          <ac:chgData name="Okami Kamento" userId="eb098ef7f768777d" providerId="LiveId" clId="{1ED61E37-4E09-4F61-83F1-836900701689}" dt="2026-01-04T19:03:06.271" v="580" actId="1076"/>
          <ac:spMkLst>
            <pc:docMk/>
            <pc:sldMk cId="1194056585" sldId="292"/>
            <ac:spMk id="2" creationId="{31E46F6D-9E5C-A381-472C-E638EFE99F49}"/>
          </ac:spMkLst>
        </pc:spChg>
        <pc:spChg chg="mod">
          <ac:chgData name="Okami Kamento" userId="eb098ef7f768777d" providerId="LiveId" clId="{1ED61E37-4E09-4F61-83F1-836900701689}" dt="2026-01-04T19:12:06.384" v="679" actId="1076"/>
          <ac:spMkLst>
            <pc:docMk/>
            <pc:sldMk cId="1194056585" sldId="292"/>
            <ac:spMk id="3" creationId="{DC4CF2C3-D0A5-4359-F2B9-E28445732C6B}"/>
          </ac:spMkLst>
        </pc:spChg>
        <pc:spChg chg="add mod">
          <ac:chgData name="Okami Kamento" userId="eb098ef7f768777d" providerId="LiveId" clId="{1ED61E37-4E09-4F61-83F1-836900701689}" dt="2026-01-04T19:10:08.739" v="661" actId="1076"/>
          <ac:spMkLst>
            <pc:docMk/>
            <pc:sldMk cId="1194056585" sldId="292"/>
            <ac:spMk id="4" creationId="{647A0291-388A-F73C-2039-3F95AD69C3AF}"/>
          </ac:spMkLst>
        </pc:spChg>
        <pc:spChg chg="mod">
          <ac:chgData name="Okami Kamento" userId="eb098ef7f768777d" providerId="LiveId" clId="{1ED61E37-4E09-4F61-83F1-836900701689}" dt="2026-01-04T19:10:18.321" v="663" actId="1076"/>
          <ac:spMkLst>
            <pc:docMk/>
            <pc:sldMk cId="1194056585" sldId="292"/>
            <ac:spMk id="5" creationId="{5AE6A019-9EA6-99CB-FA3F-487998B8303E}"/>
          </ac:spMkLst>
        </pc:spChg>
        <pc:spChg chg="del">
          <ac:chgData name="Okami Kamento" userId="eb098ef7f768777d" providerId="LiveId" clId="{1ED61E37-4E09-4F61-83F1-836900701689}" dt="2026-01-04T19:01:31.865" v="570"/>
          <ac:spMkLst>
            <pc:docMk/>
            <pc:sldMk cId="1194056585" sldId="292"/>
            <ac:spMk id="12" creationId="{B4568E44-B6ED-D3F2-0E93-58C280D3C266}"/>
          </ac:spMkLst>
        </pc:spChg>
        <pc:spChg chg="del">
          <ac:chgData name="Okami Kamento" userId="eb098ef7f768777d" providerId="LiveId" clId="{1ED61E37-4E09-4F61-83F1-836900701689}" dt="2026-01-04T19:01:31.865" v="570"/>
          <ac:spMkLst>
            <pc:docMk/>
            <pc:sldMk cId="1194056585" sldId="292"/>
            <ac:spMk id="14" creationId="{23EF7C4F-EEA0-6BA0-A4A3-AEF265D6A04E}"/>
          </ac:spMkLst>
        </pc:spChg>
        <pc:spChg chg="del">
          <ac:chgData name="Okami Kamento" userId="eb098ef7f768777d" providerId="LiveId" clId="{1ED61E37-4E09-4F61-83F1-836900701689}" dt="2026-01-04T19:01:31.865" v="570"/>
          <ac:spMkLst>
            <pc:docMk/>
            <pc:sldMk cId="1194056585" sldId="292"/>
            <ac:spMk id="16" creationId="{36C86D8E-9182-8641-FF7C-D36972F40195}"/>
          </ac:spMkLst>
        </pc:spChg>
        <pc:spChg chg="del">
          <ac:chgData name="Okami Kamento" userId="eb098ef7f768777d" providerId="LiveId" clId="{1ED61E37-4E09-4F61-83F1-836900701689}" dt="2026-01-04T19:01:31.865" v="570"/>
          <ac:spMkLst>
            <pc:docMk/>
            <pc:sldMk cId="1194056585" sldId="292"/>
            <ac:spMk id="18" creationId="{564ED404-1A1E-49EC-50C8-23B73B852507}"/>
          </ac:spMkLst>
        </pc:spChg>
        <pc:picChg chg="add mod">
          <ac:chgData name="Okami Kamento" userId="eb098ef7f768777d" providerId="LiveId" clId="{1ED61E37-4E09-4F61-83F1-836900701689}" dt="2026-01-04T19:11:47.722" v="676" actId="14100"/>
          <ac:picMkLst>
            <pc:docMk/>
            <pc:sldMk cId="1194056585" sldId="292"/>
            <ac:picMk id="6" creationId="{248D4964-99D1-840F-407B-D9B2F3F3EE68}"/>
          </ac:picMkLst>
        </pc:picChg>
      </pc:sldChg>
      <pc:sldChg chg="addSp delSp modSp add mod">
        <pc:chgData name="Okami Kamento" userId="eb098ef7f768777d" providerId="LiveId" clId="{1ED61E37-4E09-4F61-83F1-836900701689}" dt="2026-01-04T19:16:29.496" v="753" actId="1076"/>
        <pc:sldMkLst>
          <pc:docMk/>
          <pc:sldMk cId="996519673" sldId="293"/>
        </pc:sldMkLst>
        <pc:spChg chg="mod">
          <ac:chgData name="Okami Kamento" userId="eb098ef7f768777d" providerId="LiveId" clId="{1ED61E37-4E09-4F61-83F1-836900701689}" dt="2026-01-04T19:16:24.922" v="752" actId="20577"/>
          <ac:spMkLst>
            <pc:docMk/>
            <pc:sldMk cId="996519673" sldId="293"/>
            <ac:spMk id="3" creationId="{80F3D7F0-D619-F121-C39A-3BE308886277}"/>
          </ac:spMkLst>
        </pc:spChg>
        <pc:spChg chg="mod">
          <ac:chgData name="Okami Kamento" userId="eb098ef7f768777d" providerId="LiveId" clId="{1ED61E37-4E09-4F61-83F1-836900701689}" dt="2026-01-04T19:13:40.891" v="718" actId="20577"/>
          <ac:spMkLst>
            <pc:docMk/>
            <pc:sldMk cId="996519673" sldId="293"/>
            <ac:spMk id="5" creationId="{87201FC3-4F15-3A2A-277E-F22EEBD49873}"/>
          </ac:spMkLst>
        </pc:spChg>
        <pc:picChg chg="del">
          <ac:chgData name="Okami Kamento" userId="eb098ef7f768777d" providerId="LiveId" clId="{1ED61E37-4E09-4F61-83F1-836900701689}" dt="2026-01-04T19:15:59.237" v="744" actId="478"/>
          <ac:picMkLst>
            <pc:docMk/>
            <pc:sldMk cId="996519673" sldId="293"/>
            <ac:picMk id="6" creationId="{2EA7EEBF-9D0D-6904-4B9F-740F8CD99945}"/>
          </ac:picMkLst>
        </pc:picChg>
        <pc:picChg chg="add mod">
          <ac:chgData name="Okami Kamento" userId="eb098ef7f768777d" providerId="LiveId" clId="{1ED61E37-4E09-4F61-83F1-836900701689}" dt="2026-01-04T19:16:29.496" v="753" actId="1076"/>
          <ac:picMkLst>
            <pc:docMk/>
            <pc:sldMk cId="996519673" sldId="293"/>
            <ac:picMk id="7" creationId="{48B10DF9-723E-62C7-2F99-8897AD4B1169}"/>
          </ac:picMkLst>
        </pc:picChg>
      </pc:sldChg>
      <pc:sldChg chg="addSp delSp modSp add mod">
        <pc:chgData name="Okami Kamento" userId="eb098ef7f768777d" providerId="LiveId" clId="{1ED61E37-4E09-4F61-83F1-836900701689}" dt="2026-01-04T19:19:45.245" v="835" actId="14100"/>
        <pc:sldMkLst>
          <pc:docMk/>
          <pc:sldMk cId="1563901050" sldId="294"/>
        </pc:sldMkLst>
        <pc:spChg chg="mod">
          <ac:chgData name="Okami Kamento" userId="eb098ef7f768777d" providerId="LiveId" clId="{1ED61E37-4E09-4F61-83F1-836900701689}" dt="2026-01-04T19:19:45.245" v="835" actId="14100"/>
          <ac:spMkLst>
            <pc:docMk/>
            <pc:sldMk cId="1563901050" sldId="294"/>
            <ac:spMk id="3" creationId="{3378CCE2-66F2-EF9D-5959-4C42C14A2BFC}"/>
          </ac:spMkLst>
        </pc:spChg>
        <pc:spChg chg="mod">
          <ac:chgData name="Okami Kamento" userId="eb098ef7f768777d" providerId="LiveId" clId="{1ED61E37-4E09-4F61-83F1-836900701689}" dt="2026-01-04T19:17:09.644" v="784" actId="20577"/>
          <ac:spMkLst>
            <pc:docMk/>
            <pc:sldMk cId="1563901050" sldId="294"/>
            <ac:spMk id="5" creationId="{8383BC53-FDD7-005D-228C-876AEE0994C1}"/>
          </ac:spMkLst>
        </pc:spChg>
        <pc:picChg chg="add mod">
          <ac:chgData name="Okami Kamento" userId="eb098ef7f768777d" providerId="LiveId" clId="{1ED61E37-4E09-4F61-83F1-836900701689}" dt="2026-01-04T19:17:52.757" v="794" actId="14100"/>
          <ac:picMkLst>
            <pc:docMk/>
            <pc:sldMk cId="1563901050" sldId="294"/>
            <ac:picMk id="6" creationId="{5A040F83-36E1-EF81-8416-7B3533CDA33C}"/>
          </ac:picMkLst>
        </pc:picChg>
        <pc:picChg chg="del mod">
          <ac:chgData name="Okami Kamento" userId="eb098ef7f768777d" providerId="LiveId" clId="{1ED61E37-4E09-4F61-83F1-836900701689}" dt="2026-01-04T19:17:42.704" v="790" actId="478"/>
          <ac:picMkLst>
            <pc:docMk/>
            <pc:sldMk cId="1563901050" sldId="294"/>
            <ac:picMk id="7" creationId="{E07EBFE1-A6CA-0D4D-5E01-E08DF8D8D2A3}"/>
          </ac:picMkLst>
        </pc:picChg>
        <pc:picChg chg="add del mod">
          <ac:chgData name="Okami Kamento" userId="eb098ef7f768777d" providerId="LiveId" clId="{1ED61E37-4E09-4F61-83F1-836900701689}" dt="2026-01-04T19:18:03.531" v="796" actId="478"/>
          <ac:picMkLst>
            <pc:docMk/>
            <pc:sldMk cId="1563901050" sldId="294"/>
            <ac:picMk id="8" creationId="{3BEB5A40-9933-1FBD-13CE-48F6608AA2E8}"/>
          </ac:picMkLst>
        </pc:picChg>
      </pc:sldChg>
      <pc:sldChg chg="addSp delSp modSp add mod">
        <pc:chgData name="Okami Kamento" userId="eb098ef7f768777d" providerId="LiveId" clId="{1ED61E37-4E09-4F61-83F1-836900701689}" dt="2026-01-04T19:19:10.842" v="832" actId="14100"/>
        <pc:sldMkLst>
          <pc:docMk/>
          <pc:sldMk cId="1982991250" sldId="295"/>
        </pc:sldMkLst>
        <pc:spChg chg="mod">
          <ac:chgData name="Okami Kamento" userId="eb098ef7f768777d" providerId="LiveId" clId="{1ED61E37-4E09-4F61-83F1-836900701689}" dt="2026-01-04T19:18:46.831" v="824" actId="14100"/>
          <ac:spMkLst>
            <pc:docMk/>
            <pc:sldMk cId="1982991250" sldId="295"/>
            <ac:spMk id="3" creationId="{AE24EA65-50CF-61C7-0D12-38D067625261}"/>
          </ac:spMkLst>
        </pc:spChg>
        <pc:spChg chg="mod">
          <ac:chgData name="Okami Kamento" userId="eb098ef7f768777d" providerId="LiveId" clId="{1ED61E37-4E09-4F61-83F1-836900701689}" dt="2026-01-04T19:18:15.057" v="818" actId="20577"/>
          <ac:spMkLst>
            <pc:docMk/>
            <pc:sldMk cId="1982991250" sldId="295"/>
            <ac:spMk id="5" creationId="{88E735AA-3AB2-1056-2A23-04B41352F481}"/>
          </ac:spMkLst>
        </pc:spChg>
        <pc:picChg chg="del">
          <ac:chgData name="Okami Kamento" userId="eb098ef7f768777d" providerId="LiveId" clId="{1ED61E37-4E09-4F61-83F1-836900701689}" dt="2026-01-04T19:18:48.786" v="825" actId="478"/>
          <ac:picMkLst>
            <pc:docMk/>
            <pc:sldMk cId="1982991250" sldId="295"/>
            <ac:picMk id="6" creationId="{3D704012-553B-FD7C-32E5-5FF978254C16}"/>
          </ac:picMkLst>
        </pc:picChg>
        <pc:picChg chg="add mod">
          <ac:chgData name="Okami Kamento" userId="eb098ef7f768777d" providerId="LiveId" clId="{1ED61E37-4E09-4F61-83F1-836900701689}" dt="2026-01-04T19:19:10.842" v="832" actId="14100"/>
          <ac:picMkLst>
            <pc:docMk/>
            <pc:sldMk cId="1982991250" sldId="295"/>
            <ac:picMk id="7" creationId="{95B9C458-1319-14E7-D9BD-41CAB7FFAF60}"/>
          </ac:picMkLst>
        </pc:picChg>
      </pc:sldChg>
      <pc:sldChg chg="addSp delSp modSp add mod">
        <pc:chgData name="Okami Kamento" userId="eb098ef7f768777d" providerId="LiveId" clId="{1ED61E37-4E09-4F61-83F1-836900701689}" dt="2026-01-04T19:23:52.182" v="943" actId="14100"/>
        <pc:sldMkLst>
          <pc:docMk/>
          <pc:sldMk cId="644611881" sldId="296"/>
        </pc:sldMkLst>
        <pc:spChg chg="mod">
          <ac:chgData name="Okami Kamento" userId="eb098ef7f768777d" providerId="LiveId" clId="{1ED61E37-4E09-4F61-83F1-836900701689}" dt="2026-01-04T19:23:34.953" v="937"/>
          <ac:spMkLst>
            <pc:docMk/>
            <pc:sldMk cId="644611881" sldId="296"/>
            <ac:spMk id="3" creationId="{DF23F8E6-E7DF-FC1C-0A76-93CDDB11FFFC}"/>
          </ac:spMkLst>
        </pc:spChg>
        <pc:spChg chg="mod">
          <ac:chgData name="Okami Kamento" userId="eb098ef7f768777d" providerId="LiveId" clId="{1ED61E37-4E09-4F61-83F1-836900701689}" dt="2026-01-04T19:22:06.390" v="854" actId="20577"/>
          <ac:spMkLst>
            <pc:docMk/>
            <pc:sldMk cId="644611881" sldId="296"/>
            <ac:spMk id="4" creationId="{79DFE1BB-1146-1CE5-DF28-7A885D276CBF}"/>
          </ac:spMkLst>
        </pc:spChg>
        <pc:spChg chg="mod">
          <ac:chgData name="Okami Kamento" userId="eb098ef7f768777d" providerId="LiveId" clId="{1ED61E37-4E09-4F61-83F1-836900701689}" dt="2026-01-04T19:22:32.264" v="922" actId="20577"/>
          <ac:spMkLst>
            <pc:docMk/>
            <pc:sldMk cId="644611881" sldId="296"/>
            <ac:spMk id="5" creationId="{B09E9314-307C-DB25-B3DE-72079C61FF10}"/>
          </ac:spMkLst>
        </pc:spChg>
        <pc:picChg chg="add mod">
          <ac:chgData name="Okami Kamento" userId="eb098ef7f768777d" providerId="LiveId" clId="{1ED61E37-4E09-4F61-83F1-836900701689}" dt="2026-01-04T19:23:52.182" v="943" actId="14100"/>
          <ac:picMkLst>
            <pc:docMk/>
            <pc:sldMk cId="644611881" sldId="296"/>
            <ac:picMk id="6" creationId="{189B9B32-9962-6ADA-D7EB-4450060967B9}"/>
          </ac:picMkLst>
        </pc:picChg>
        <pc:picChg chg="del">
          <ac:chgData name="Okami Kamento" userId="eb098ef7f768777d" providerId="LiveId" clId="{1ED61E37-4E09-4F61-83F1-836900701689}" dt="2026-01-04T19:23:37.210" v="938" actId="478"/>
          <ac:picMkLst>
            <pc:docMk/>
            <pc:sldMk cId="644611881" sldId="296"/>
            <ac:picMk id="7" creationId="{45449B48-A3FB-6B8D-F45D-9968A864A364}"/>
          </ac:picMkLst>
        </pc:picChg>
      </pc:sldChg>
      <pc:sldChg chg="addSp delSp modSp add mod">
        <pc:chgData name="Okami Kamento" userId="eb098ef7f768777d" providerId="LiveId" clId="{1ED61E37-4E09-4F61-83F1-836900701689}" dt="2026-01-04T19:25:31.756" v="1024" actId="255"/>
        <pc:sldMkLst>
          <pc:docMk/>
          <pc:sldMk cId="3029467236" sldId="297"/>
        </pc:sldMkLst>
        <pc:spChg chg="mod">
          <ac:chgData name="Okami Kamento" userId="eb098ef7f768777d" providerId="LiveId" clId="{1ED61E37-4E09-4F61-83F1-836900701689}" dt="2026-01-04T19:25:31.756" v="1024" actId="255"/>
          <ac:spMkLst>
            <pc:docMk/>
            <pc:sldMk cId="3029467236" sldId="297"/>
            <ac:spMk id="3" creationId="{A42BAE46-FA30-8BC7-9BFD-69F31F0AE155}"/>
          </ac:spMkLst>
        </pc:spChg>
        <pc:spChg chg="mod">
          <ac:chgData name="Okami Kamento" userId="eb098ef7f768777d" providerId="LiveId" clId="{1ED61E37-4E09-4F61-83F1-836900701689}" dt="2026-01-04T19:24:28.955" v="1016" actId="20577"/>
          <ac:spMkLst>
            <pc:docMk/>
            <pc:sldMk cId="3029467236" sldId="297"/>
            <ac:spMk id="5" creationId="{A18E9480-267F-8FED-DBF6-4FAD36205800}"/>
          </ac:spMkLst>
        </pc:spChg>
        <pc:picChg chg="del">
          <ac:chgData name="Okami Kamento" userId="eb098ef7f768777d" providerId="LiveId" clId="{1ED61E37-4E09-4F61-83F1-836900701689}" dt="2026-01-04T19:24:38.377" v="1017" actId="478"/>
          <ac:picMkLst>
            <pc:docMk/>
            <pc:sldMk cId="3029467236" sldId="297"/>
            <ac:picMk id="6" creationId="{BA8604E8-3255-4933-7A19-36F671945011}"/>
          </ac:picMkLst>
        </pc:picChg>
        <pc:picChg chg="add mod">
          <ac:chgData name="Okami Kamento" userId="eb098ef7f768777d" providerId="LiveId" clId="{1ED61E37-4E09-4F61-83F1-836900701689}" dt="2026-01-04T19:24:45.308" v="1020" actId="14100"/>
          <ac:picMkLst>
            <pc:docMk/>
            <pc:sldMk cId="3029467236" sldId="297"/>
            <ac:picMk id="7" creationId="{26A51BE7-72BC-7327-F036-572F9CC51562}"/>
          </ac:picMkLst>
        </pc:picChg>
      </pc:sldChg>
      <pc:sldChg chg="addSp delSp modSp add mod">
        <pc:chgData name="Okami Kamento" userId="eb098ef7f768777d" providerId="LiveId" clId="{1ED61E37-4E09-4F61-83F1-836900701689}" dt="2026-01-04T19:27:44.205" v="1089" actId="14100"/>
        <pc:sldMkLst>
          <pc:docMk/>
          <pc:sldMk cId="1144680951" sldId="298"/>
        </pc:sldMkLst>
        <pc:spChg chg="mod">
          <ac:chgData name="Okami Kamento" userId="eb098ef7f768777d" providerId="LiveId" clId="{1ED61E37-4E09-4F61-83F1-836900701689}" dt="2026-01-04T19:27:30.337" v="1084" actId="14100"/>
          <ac:spMkLst>
            <pc:docMk/>
            <pc:sldMk cId="1144680951" sldId="298"/>
            <ac:spMk id="3" creationId="{26745C8A-DF9E-2A8E-6B84-9B96F63EE21C}"/>
          </ac:spMkLst>
        </pc:spChg>
        <pc:spChg chg="mod">
          <ac:chgData name="Okami Kamento" userId="eb098ef7f768777d" providerId="LiveId" clId="{1ED61E37-4E09-4F61-83F1-836900701689}" dt="2026-01-04T19:26:46.214" v="1078" actId="20577"/>
          <ac:spMkLst>
            <pc:docMk/>
            <pc:sldMk cId="1144680951" sldId="298"/>
            <ac:spMk id="5" creationId="{CCF7C5AD-DBD2-6548-1B83-2B2FD68BB6F3}"/>
          </ac:spMkLst>
        </pc:spChg>
        <pc:picChg chg="add mod">
          <ac:chgData name="Okami Kamento" userId="eb098ef7f768777d" providerId="LiveId" clId="{1ED61E37-4E09-4F61-83F1-836900701689}" dt="2026-01-04T19:27:44.205" v="1089" actId="14100"/>
          <ac:picMkLst>
            <pc:docMk/>
            <pc:sldMk cId="1144680951" sldId="298"/>
            <ac:picMk id="6" creationId="{49E266AD-3CCB-DCEC-D1D1-169149B6174D}"/>
          </ac:picMkLst>
        </pc:picChg>
        <pc:picChg chg="del">
          <ac:chgData name="Okami Kamento" userId="eb098ef7f768777d" providerId="LiveId" clId="{1ED61E37-4E09-4F61-83F1-836900701689}" dt="2026-01-04T19:27:32.198" v="1085" actId="478"/>
          <ac:picMkLst>
            <pc:docMk/>
            <pc:sldMk cId="1144680951" sldId="298"/>
            <ac:picMk id="7" creationId="{43DC9FDA-E1D9-30E3-55C6-7CC589AC9148}"/>
          </ac:picMkLst>
        </pc:picChg>
      </pc:sldChg>
      <pc:sldChg chg="addSp delSp modSp add mod">
        <pc:chgData name="Okami Kamento" userId="eb098ef7f768777d" providerId="LiveId" clId="{1ED61E37-4E09-4F61-83F1-836900701689}" dt="2026-01-04T19:28:52.030" v="1137" actId="14100"/>
        <pc:sldMkLst>
          <pc:docMk/>
          <pc:sldMk cId="3809656413" sldId="299"/>
        </pc:sldMkLst>
        <pc:spChg chg="mod">
          <ac:chgData name="Okami Kamento" userId="eb098ef7f768777d" providerId="LiveId" clId="{1ED61E37-4E09-4F61-83F1-836900701689}" dt="2026-01-04T19:28:31.155" v="1133" actId="14100"/>
          <ac:spMkLst>
            <pc:docMk/>
            <pc:sldMk cId="3809656413" sldId="299"/>
            <ac:spMk id="3" creationId="{5FD72A7D-F483-8D69-6800-F2C86AB78DF9}"/>
          </ac:spMkLst>
        </pc:spChg>
        <pc:spChg chg="mod">
          <ac:chgData name="Okami Kamento" userId="eb098ef7f768777d" providerId="LiveId" clId="{1ED61E37-4E09-4F61-83F1-836900701689}" dt="2026-01-04T19:28:02.174" v="1127" actId="20577"/>
          <ac:spMkLst>
            <pc:docMk/>
            <pc:sldMk cId="3809656413" sldId="299"/>
            <ac:spMk id="5" creationId="{BEDFA708-C6A3-C146-7B57-04292054D129}"/>
          </ac:spMkLst>
        </pc:spChg>
        <pc:picChg chg="del">
          <ac:chgData name="Okami Kamento" userId="eb098ef7f768777d" providerId="LiveId" clId="{1ED61E37-4E09-4F61-83F1-836900701689}" dt="2026-01-04T19:28:34.113" v="1134" actId="478"/>
          <ac:picMkLst>
            <pc:docMk/>
            <pc:sldMk cId="3809656413" sldId="299"/>
            <ac:picMk id="6" creationId="{505B5530-B6A5-E389-3957-491D86968993}"/>
          </ac:picMkLst>
        </pc:picChg>
        <pc:picChg chg="add mod">
          <ac:chgData name="Okami Kamento" userId="eb098ef7f768777d" providerId="LiveId" clId="{1ED61E37-4E09-4F61-83F1-836900701689}" dt="2026-01-04T19:28:52.030" v="1137" actId="14100"/>
          <ac:picMkLst>
            <pc:docMk/>
            <pc:sldMk cId="3809656413" sldId="299"/>
            <ac:picMk id="7" creationId="{38083BAA-CB1C-C94C-7928-F9DEFCC87CD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371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8089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45087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1/4/2026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9145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1/4/2026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62640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1/4/2026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8915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1/4/2026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051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1/4/2026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51232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1/4/2026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62178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2951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78310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1/4/2026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59368826"/>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57" r:id="rId6"/>
    <p:sldLayoutId id="2147483853" r:id="rId7"/>
    <p:sldLayoutId id="2147483854" r:id="rId8"/>
    <p:sldLayoutId id="2147483855" r:id="rId9"/>
    <p:sldLayoutId id="2147483856"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Freeform: Shape 75">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Freeform: Shape 77">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itle 1">
            <a:extLst>
              <a:ext uri="{FF2B5EF4-FFF2-40B4-BE49-F238E27FC236}">
                <a16:creationId xmlns:a16="http://schemas.microsoft.com/office/drawing/2014/main" id="{560C81E6-D9DC-7FDC-F3CD-FB4DB46C4914}"/>
              </a:ext>
            </a:extLst>
          </p:cNvPr>
          <p:cNvSpPr>
            <a:spLocks noGrp="1"/>
          </p:cNvSpPr>
          <p:nvPr>
            <p:ph type="ctrTitle"/>
          </p:nvPr>
        </p:nvSpPr>
        <p:spPr>
          <a:xfrm>
            <a:off x="2565150" y="2528122"/>
            <a:ext cx="7426320" cy="2291530"/>
          </a:xfrm>
        </p:spPr>
        <p:txBody>
          <a:bodyPr anchor="b">
            <a:noAutofit/>
          </a:bodyPr>
          <a:lstStyle/>
          <a:p>
            <a:pPr algn="ctr"/>
            <a:r>
              <a:rPr lang="vi-VN" sz="4800" dirty="0">
                <a:latin typeface="Arial" panose="020B0604020202020204" pitchFamily="34" charset="0"/>
                <a:cs typeface="Arial" panose="020B0604020202020204" pitchFamily="34" charset="0"/>
              </a:rPr>
              <a:t>TÌM HIỂU VÀ XÂY DỰNG WEBISTE GIỚI THIỆU DOANH NGHIỆP </a:t>
            </a:r>
            <a:br>
              <a:rPr lang="vi-VN" sz="4800" dirty="0">
                <a:latin typeface="Arial" panose="020B0604020202020204" pitchFamily="34" charset="0"/>
                <a:cs typeface="Arial" panose="020B0604020202020204" pitchFamily="34" charset="0"/>
              </a:rPr>
            </a:br>
            <a:r>
              <a:rPr lang="vi-VN" sz="4800" dirty="0">
                <a:latin typeface="Arial" panose="020B0604020202020204" pitchFamily="34" charset="0"/>
                <a:cs typeface="Arial" panose="020B0604020202020204" pitchFamily="34" charset="0"/>
              </a:rPr>
              <a:t>SỬ DỤNG WORDPRESS</a:t>
            </a:r>
            <a:endParaRPr lang="en-US" sz="4800" dirty="0">
              <a:latin typeface="Arial" panose="020B0604020202020204" pitchFamily="34" charset="0"/>
              <a:cs typeface="Arial" panose="020B0604020202020204" pitchFamily="34" charset="0"/>
            </a:endParaRPr>
          </a:p>
        </p:txBody>
      </p:sp>
      <p:sp>
        <p:nvSpPr>
          <p:cNvPr id="52" name="Subtitle 2">
            <a:extLst>
              <a:ext uri="{FF2B5EF4-FFF2-40B4-BE49-F238E27FC236}">
                <a16:creationId xmlns:a16="http://schemas.microsoft.com/office/drawing/2014/main" id="{6D37CC12-CD57-9512-ABBA-B3BAA14D1A48}"/>
              </a:ext>
            </a:extLst>
          </p:cNvPr>
          <p:cNvSpPr>
            <a:spLocks noGrp="1"/>
          </p:cNvSpPr>
          <p:nvPr>
            <p:ph type="subTitle" idx="1"/>
          </p:nvPr>
        </p:nvSpPr>
        <p:spPr>
          <a:xfrm>
            <a:off x="3938458" y="5284905"/>
            <a:ext cx="4315083" cy="1518230"/>
          </a:xfrm>
        </p:spPr>
        <p:txBody>
          <a:bodyPr>
            <a:noAutofit/>
          </a:bodyPr>
          <a:lstStyle/>
          <a:p>
            <a:r>
              <a:rPr lang="vi-VN" sz="2400" b="1" dirty="0">
                <a:latin typeface="Arial" panose="020B0604020202020204" pitchFamily="34" charset="0"/>
                <a:cs typeface="Arial" panose="020B0604020202020204" pitchFamily="34" charset="0"/>
              </a:rPr>
              <a:t>GVHD</a:t>
            </a:r>
            <a:r>
              <a:rPr lang="vi-VN" sz="2400" dirty="0">
                <a:latin typeface="Arial" panose="020B0604020202020204" pitchFamily="34" charset="0"/>
                <a:cs typeface="Arial" panose="020B0604020202020204" pitchFamily="34" charset="0"/>
              </a:rPr>
              <a:t>: </a:t>
            </a:r>
            <a:r>
              <a:rPr lang="vi-VN" sz="2400" dirty="0" err="1">
                <a:latin typeface="Arial" panose="020B0604020202020204" pitchFamily="34" charset="0"/>
                <a:cs typeface="Arial" panose="020B0604020202020204" pitchFamily="34" charset="0"/>
              </a:rPr>
              <a:t>ThS.Hà</a:t>
            </a:r>
            <a:r>
              <a:rPr lang="vi-VN" sz="2400" dirty="0">
                <a:latin typeface="Arial" panose="020B0604020202020204" pitchFamily="34" charset="0"/>
                <a:cs typeface="Arial" panose="020B0604020202020204" pitchFamily="34" charset="0"/>
              </a:rPr>
              <a:t> Thị Thúy Vi</a:t>
            </a:r>
          </a:p>
          <a:p>
            <a:r>
              <a:rPr lang="vi-VN" sz="2400" b="1" dirty="0">
                <a:latin typeface="Arial" panose="020B0604020202020204" pitchFamily="34" charset="0"/>
                <a:cs typeface="Arial" panose="020B0604020202020204" pitchFamily="34" charset="0"/>
              </a:rPr>
              <a:t>SVTH</a:t>
            </a:r>
            <a:r>
              <a:rPr lang="vi-VN" sz="2400" dirty="0">
                <a:latin typeface="Arial" panose="020B0604020202020204" pitchFamily="34" charset="0"/>
                <a:cs typeface="Arial" panose="020B0604020202020204" pitchFamily="34" charset="0"/>
              </a:rPr>
              <a:t>: Phạm Trung Hoàng </a:t>
            </a:r>
          </a:p>
          <a:p>
            <a:r>
              <a:rPr lang="vi-VN" sz="2400" b="1" dirty="0">
                <a:latin typeface="Arial" panose="020B0604020202020204" pitchFamily="34" charset="0"/>
                <a:cs typeface="Arial" panose="020B0604020202020204" pitchFamily="34" charset="0"/>
              </a:rPr>
              <a:t>LỚP</a:t>
            </a:r>
            <a:r>
              <a:rPr lang="vi-VN" sz="2400" dirty="0">
                <a:latin typeface="Arial" panose="020B0604020202020204" pitchFamily="34" charset="0"/>
                <a:cs typeface="Arial" panose="020B0604020202020204" pitchFamily="34" charset="0"/>
              </a:rPr>
              <a:t>: DA23TTB</a:t>
            </a:r>
            <a:endParaRPr lang="en-US" sz="2400" dirty="0">
              <a:latin typeface="Arial" panose="020B0604020202020204" pitchFamily="34" charset="0"/>
              <a:cs typeface="Arial" panose="020B0604020202020204" pitchFamily="34" charset="0"/>
            </a:endParaRPr>
          </a:p>
        </p:txBody>
      </p:sp>
      <p:pic>
        <p:nvPicPr>
          <p:cNvPr id="53" name="Picture 2" descr="D:\logo-tron.PNG">
            <a:extLst>
              <a:ext uri="{FF2B5EF4-FFF2-40B4-BE49-F238E27FC236}">
                <a16:creationId xmlns:a16="http://schemas.microsoft.com/office/drawing/2014/main" id="{B5FCBF64-395A-444B-6859-C894F5ABE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647" y="52043"/>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Rectangle 53">
            <a:extLst>
              <a:ext uri="{FF2B5EF4-FFF2-40B4-BE49-F238E27FC236}">
                <a16:creationId xmlns:a16="http://schemas.microsoft.com/office/drawing/2014/main" id="{0A85CA60-C22A-C06B-A049-EE35A8B4ACD7}"/>
              </a:ext>
            </a:extLst>
          </p:cNvPr>
          <p:cNvSpPr/>
          <p:nvPr/>
        </p:nvSpPr>
        <p:spPr>
          <a:xfrm>
            <a:off x="2456220" y="492386"/>
            <a:ext cx="7279558" cy="584775"/>
          </a:xfrm>
          <a:prstGeom prst="rect">
            <a:avLst/>
          </a:prstGeom>
        </p:spPr>
        <p:txBody>
          <a:bodyPr wrap="square">
            <a:spAutoFit/>
          </a:bodyPr>
          <a:lstStyle/>
          <a:p>
            <a:pPr algn="ctr">
              <a:defRPr/>
            </a:pPr>
            <a:r>
              <a:rPr lang="vi-VN"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TRƯỜNG</a:t>
            </a:r>
            <a:r>
              <a:rPr lang="en-US"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 KỸ THUẬT &amp; CÔNG NGHỆ</a:t>
            </a:r>
          </a:p>
        </p:txBody>
      </p:sp>
      <p:sp>
        <p:nvSpPr>
          <p:cNvPr id="2" name="Rectangle 1">
            <a:extLst>
              <a:ext uri="{FF2B5EF4-FFF2-40B4-BE49-F238E27FC236}">
                <a16:creationId xmlns:a16="http://schemas.microsoft.com/office/drawing/2014/main" id="{A3E74420-F85A-C334-9C76-D3A6F5D79DC7}"/>
              </a:ext>
            </a:extLst>
          </p:cNvPr>
          <p:cNvSpPr/>
          <p:nvPr/>
        </p:nvSpPr>
        <p:spPr>
          <a:xfrm>
            <a:off x="2638531" y="1079773"/>
            <a:ext cx="7279558" cy="584775"/>
          </a:xfrm>
          <a:prstGeom prst="rect">
            <a:avLst/>
          </a:prstGeom>
        </p:spPr>
        <p:txBody>
          <a:bodyPr wrap="square">
            <a:spAutoFit/>
          </a:bodyPr>
          <a:lstStyle/>
          <a:p>
            <a:pPr algn="ctr">
              <a:defRPr/>
            </a:pPr>
            <a:r>
              <a:rPr lang="vi-VN"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ĐỒ ÁN CƠ SỞ NGHÀNH</a:t>
            </a:r>
            <a:endParaRPr lang="en-US"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650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2">
                                            <p:txEl>
                                              <p:pRg st="0" end="0"/>
                                            </p:txEl>
                                          </p:spTgt>
                                        </p:tgtEl>
                                        <p:attrNameLst>
                                          <p:attrName>style.visibility</p:attrName>
                                        </p:attrNameLst>
                                      </p:cBhvr>
                                      <p:to>
                                        <p:strVal val="visible"/>
                                      </p:to>
                                    </p:set>
                                    <p:animEffect transition="in" filter="fade">
                                      <p:cBhvr>
                                        <p:cTn id="10" dur="750"/>
                                        <p:tgtEl>
                                          <p:spTgt spid="52">
                                            <p:txEl>
                                              <p:pRg st="0" end="0"/>
                                            </p:txEl>
                                          </p:spTgt>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52">
                                            <p:txEl>
                                              <p:pRg st="2" end="2"/>
                                            </p:txEl>
                                          </p:spTgt>
                                        </p:tgtEl>
                                        <p:attrNameLst>
                                          <p:attrName>style.visibility</p:attrName>
                                        </p:attrNameLst>
                                      </p:cBhvr>
                                      <p:to>
                                        <p:strVal val="visible"/>
                                      </p:to>
                                    </p:set>
                                    <p:animEffect transition="in" filter="fade">
                                      <p:cBhvr>
                                        <p:cTn id="13" dur="750"/>
                                        <p:tgtEl>
                                          <p:spTgt spid="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917A7-01F9-2894-D838-7887BA0F605E}"/>
              </a:ext>
            </a:extLst>
          </p:cNvPr>
          <p:cNvSpPr>
            <a:spLocks noGrp="1"/>
          </p:cNvSpPr>
          <p:nvPr>
            <p:ph type="title"/>
          </p:nvPr>
        </p:nvSpPr>
        <p:spPr>
          <a:xfrm>
            <a:off x="841248" y="426720"/>
            <a:ext cx="10506456" cy="1919141"/>
          </a:xfrm>
        </p:spPr>
        <p:txBody>
          <a:bodyPr anchor="b">
            <a:normAutofit/>
          </a:bodyPr>
          <a:lstStyle/>
          <a:p>
            <a:r>
              <a:rPr lang="vi-VN" sz="6000" b="1">
                <a:latin typeface="Arial" panose="020B0604020202020204" pitchFamily="34" charset="0"/>
                <a:cs typeface="Arial" panose="020B0604020202020204" pitchFamily="34" charset="0"/>
              </a:rPr>
              <a:t>NỘI DUNG TRÌNH BÀY</a:t>
            </a:r>
            <a:endParaRPr lang="en-US" sz="6000" b="1">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Content Placeholder 2">
            <a:extLst>
              <a:ext uri="{FF2B5EF4-FFF2-40B4-BE49-F238E27FC236}">
                <a16:creationId xmlns:a16="http://schemas.microsoft.com/office/drawing/2014/main" id="{BECF4390-7DBE-4E0A-3E67-74407471140B}"/>
              </a:ext>
            </a:extLst>
          </p:cNvPr>
          <p:cNvSpPr>
            <a:spLocks noGrp="1"/>
          </p:cNvSpPr>
          <p:nvPr>
            <p:ph idx="1"/>
          </p:nvPr>
        </p:nvSpPr>
        <p:spPr>
          <a:xfrm>
            <a:off x="841248" y="3359263"/>
            <a:ext cx="10509504" cy="2883692"/>
          </a:xfrm>
        </p:spPr>
        <p:txBody>
          <a:bodyPr>
            <a:normAutofit/>
          </a:bodyPr>
          <a:lstStyle/>
          <a:p>
            <a:r>
              <a:rPr lang="vi-VN" sz="2600" dirty="0">
                <a:latin typeface="Arial" panose="020B0604020202020204" pitchFamily="34" charset="0"/>
                <a:cs typeface="Arial" panose="020B0604020202020204" pitchFamily="34" charset="0"/>
              </a:rPr>
              <a:t>1: Tổng quan về đề tài</a:t>
            </a:r>
          </a:p>
          <a:p>
            <a:r>
              <a:rPr lang="vi-VN" sz="2600" dirty="0">
                <a:latin typeface="Arial" panose="020B0604020202020204" pitchFamily="34" charset="0"/>
                <a:cs typeface="Arial" panose="020B0604020202020204" pitchFamily="34" charset="0"/>
              </a:rPr>
              <a:t>2: Nghiên cứu lý thuyết </a:t>
            </a:r>
          </a:p>
          <a:p>
            <a:r>
              <a:rPr lang="vi-VN" sz="2600" dirty="0">
                <a:latin typeface="Arial" panose="020B0604020202020204" pitchFamily="34" charset="0"/>
                <a:cs typeface="Arial" panose="020B0604020202020204" pitchFamily="34" charset="0"/>
              </a:rPr>
              <a:t>3: Hiện thực hóa nghiên cứu</a:t>
            </a:r>
          </a:p>
          <a:p>
            <a:r>
              <a:rPr lang="vi-VN" sz="2600" dirty="0">
                <a:latin typeface="Arial" panose="020B0604020202020204" pitchFamily="34" charset="0"/>
                <a:cs typeface="Arial" panose="020B0604020202020204" pitchFamily="34" charset="0"/>
              </a:rPr>
              <a:t>4: Kết quả nghiên cứu</a:t>
            </a:r>
          </a:p>
          <a:p>
            <a:r>
              <a:rPr lang="vi-VN" sz="2600" dirty="0">
                <a:latin typeface="Arial" panose="020B0604020202020204" pitchFamily="34" charset="0"/>
                <a:cs typeface="Arial" panose="020B0604020202020204" pitchFamily="34" charset="0"/>
              </a:rPr>
              <a:t>5: Kết luận và hướng phát triển</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67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5CD6-A47A-0EB5-0395-9217423D5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CC86C-8C44-4C2F-9763-12135D24D8A8}"/>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TỔNG QUAN VỀ ĐỀ TÀI	</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5AE1718-E42C-CA31-0C22-7930B9BF76DD}"/>
              </a:ext>
            </a:extLst>
          </p:cNvPr>
          <p:cNvSpPr>
            <a:spLocks noGrp="1"/>
          </p:cNvSpPr>
          <p:nvPr>
            <p:ph idx="1"/>
          </p:nvPr>
        </p:nvSpPr>
        <p:spPr>
          <a:xfrm>
            <a:off x="939570" y="1402310"/>
            <a:ext cx="3024353" cy="526433"/>
          </a:xfrm>
        </p:spPr>
        <p:txBody>
          <a:bodyPr>
            <a:normAutofit fontScale="92500"/>
          </a:bodyPr>
          <a:lstStyle/>
          <a:p>
            <a:pPr marL="0" indent="0">
              <a:buNone/>
            </a:pPr>
            <a:r>
              <a:rPr lang="vi-VN" b="1" dirty="0">
                <a:latin typeface="Arial" panose="020B0604020202020204" pitchFamily="34" charset="0"/>
                <a:cs typeface="Arial" panose="020B0604020202020204" pitchFamily="34" charset="0"/>
              </a:rPr>
              <a:t>Lý do chọn đề tài</a:t>
            </a:r>
            <a:endParaRPr lang="en-US"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9DD6753B-4DD8-A734-DB8F-D45482C282E9}"/>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2600" dirty="0">
                <a:latin typeface="Arial" panose="020B0604020202020204" pitchFamily="34" charset="0"/>
                <a:cs typeface="Arial" panose="020B0604020202020204" pitchFamily="34" charset="0"/>
              </a:rPr>
              <a:t>Trong bối cảnh công nghệ thông tin phát triển mạnh mẽ,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trở thành công cụ quan trọng giúp doanh nghiệp quảng bá hình ảnh và tiếp cận khách hàng hiệu quả hơn. Đặc biệt đối với các doanh nghiệp vừa và nhỏ, một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chuyên nghiệp giúp nâng cao uy tín thương hiệu với chi phí hợp lý. Tuy nhiên, không phải doanh nghiệp nào cũng có đủ nguồn lực để xây dựng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bằng các giải pháp phức tạp. Vì vậy, việc tìm hiểu và ứng dụng </a:t>
            </a:r>
            <a:r>
              <a:rPr lang="vi-VN" sz="2600" dirty="0" err="1">
                <a:latin typeface="Arial" panose="020B0604020202020204" pitchFamily="34" charset="0"/>
                <a:cs typeface="Arial" panose="020B0604020202020204" pitchFamily="34" charset="0"/>
              </a:rPr>
              <a:t>WordPress</a:t>
            </a:r>
            <a:r>
              <a:rPr lang="vi-VN" sz="2600" dirty="0">
                <a:latin typeface="Arial" panose="020B0604020202020204" pitchFamily="34" charset="0"/>
                <a:cs typeface="Arial" panose="020B0604020202020204" pitchFamily="34" charset="0"/>
              </a:rPr>
              <a:t> để xây dựng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doanh nghiệp là hướng đi phù hợp và mang tính thực tiễn cao.</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66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AA2C0-747F-A289-B5AA-28FB41F34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D7934-E575-2855-B042-A2E5A8523B08}"/>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TỔNG QUAN VỀ ĐỀ TÀI	</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DEEF2D2-CA9C-603F-0365-4C7E9B1E4E5C}"/>
              </a:ext>
            </a:extLst>
          </p:cNvPr>
          <p:cNvSpPr>
            <a:spLocks noGrp="1"/>
          </p:cNvSpPr>
          <p:nvPr>
            <p:ph idx="1"/>
          </p:nvPr>
        </p:nvSpPr>
        <p:spPr>
          <a:xfrm>
            <a:off x="939570" y="1402310"/>
            <a:ext cx="6818082" cy="526433"/>
          </a:xfrm>
        </p:spPr>
        <p:txBody>
          <a:bodyPr>
            <a:normAutofit/>
          </a:bodyPr>
          <a:lstStyle/>
          <a:p>
            <a:pPr marL="0" indent="0">
              <a:buNone/>
            </a:pPr>
            <a:r>
              <a:rPr lang="vi-VN" sz="2600" b="1" dirty="0">
                <a:latin typeface="Arial" panose="020B0604020202020204" pitchFamily="34" charset="0"/>
                <a:cs typeface="Arial" panose="020B0604020202020204" pitchFamily="34" charset="0"/>
              </a:rPr>
              <a:t>Mục tiêu và phạm vi nghiên cứu</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5F98873-359E-38FA-1955-15833A9604F7}"/>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vi-VN" sz="2600" dirty="0">
                <a:latin typeface="Arial" panose="020B0604020202020204" pitchFamily="34" charset="0"/>
                <a:cs typeface="Arial" panose="020B0604020202020204" pitchFamily="34" charset="0"/>
              </a:rPr>
              <a:t>Đề tài được thực hiện với mục tiêu tìm hiểu quy trình xây dựng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doanh nghiệp bằng </a:t>
            </a:r>
            <a:r>
              <a:rPr lang="vi-VN" sz="2600" dirty="0" err="1">
                <a:latin typeface="Arial" panose="020B0604020202020204" pitchFamily="34" charset="0"/>
                <a:cs typeface="Arial" panose="020B0604020202020204" pitchFamily="34" charset="0"/>
              </a:rPr>
              <a:t>WordPress</a:t>
            </a:r>
            <a:r>
              <a:rPr lang="vi-VN" sz="2600" dirty="0">
                <a:latin typeface="Arial" panose="020B0604020202020204" pitchFamily="34" charset="0"/>
                <a:cs typeface="Arial" panose="020B0604020202020204" pitchFamily="34" charset="0"/>
              </a:rPr>
              <a:t> và triển khai một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minh họa cho doanh nghiệp </a:t>
            </a:r>
            <a:r>
              <a:rPr lang="vi-VN" sz="2600" dirty="0" err="1">
                <a:latin typeface="Arial" panose="020B0604020202020204" pitchFamily="34" charset="0"/>
                <a:cs typeface="Arial" panose="020B0604020202020204" pitchFamily="34" charset="0"/>
              </a:rPr>
              <a:t>VietTech</a:t>
            </a:r>
            <a:r>
              <a:rPr lang="vi-VN" sz="2600" dirty="0">
                <a:latin typeface="Arial" panose="020B0604020202020204" pitchFamily="34" charset="0"/>
                <a:cs typeface="Arial" panose="020B0604020202020204" pitchFamily="34" charset="0"/>
              </a:rPr>
              <a:t> </a:t>
            </a:r>
            <a:r>
              <a:rPr lang="vi-VN" sz="2600" dirty="0" err="1">
                <a:latin typeface="Arial" panose="020B0604020202020204" pitchFamily="34" charset="0"/>
                <a:cs typeface="Arial" panose="020B0604020202020204" pitchFamily="34" charset="0"/>
              </a:rPr>
              <a:t>Fashion</a:t>
            </a:r>
            <a:r>
              <a:rPr lang="vi-VN" sz="2600" dirty="0">
                <a:latin typeface="Arial" panose="020B0604020202020204" pitchFamily="34" charset="0"/>
                <a:cs typeface="Arial" panose="020B0604020202020204" pitchFamily="34" charset="0"/>
              </a:rPr>
              <a: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hướng đến việc giới thiệu thông tin doanh nghiệp, trưng bày sản phẩm và hỗ trợ bán hàng cơ bản. Phạm vi nghiên cứu tập trung vào thiết kế giao diện, quản lý nội dung và triển khai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trên môi trường cục bộ.</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456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B6B3A-0176-DC81-44F7-A143C0BD2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A8660-D300-D859-4248-B75C57AE18F5}"/>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NGHIÊN CỨU LÝ THUYẾT</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E23C805-FB45-9514-47C2-26801745FDC9}"/>
              </a:ext>
            </a:extLst>
          </p:cNvPr>
          <p:cNvSpPr>
            <a:spLocks noGrp="1"/>
          </p:cNvSpPr>
          <p:nvPr>
            <p:ph idx="1"/>
          </p:nvPr>
        </p:nvSpPr>
        <p:spPr>
          <a:xfrm>
            <a:off x="939569" y="1402310"/>
            <a:ext cx="5943012"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Cơ sở lý thuyết chung</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EBA172EF-0B05-3C18-9622-8FEE4B97FFF3}"/>
              </a:ext>
            </a:extLst>
          </p:cNvPr>
          <p:cNvSpPr txBox="1">
            <a:spLocks/>
          </p:cNvSpPr>
          <p:nvPr/>
        </p:nvSpPr>
        <p:spPr>
          <a:xfrm>
            <a:off x="865953" y="2361362"/>
            <a:ext cx="10834434"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Để xây dựng một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doanh nghiệp, cần nắm được các kiến thức cơ bản về hệ quản trị nội dung, cơ sở dữ liệu và cách thức hoạt động của một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Những kiến thức này giúp người thực hiện hiểu rõ cấu trúc hệ thống, từ đó lựa chọn giải pháp phù hợp và đảm bảo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hoạt động ổn định, dễ quản lý và có khả năng mở rộng trong tương lai.</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658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FBCF-8E30-C08F-5813-F4A56317C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D8F95-EAA8-4C4D-6D00-EBC14AD4EF0F}"/>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NGHIÊN CỨU LÝ THUYẾT</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295DBE8-E553-BECE-2114-986C284E802F}"/>
              </a:ext>
            </a:extLst>
          </p:cNvPr>
          <p:cNvSpPr>
            <a:spLocks noGrp="1"/>
          </p:cNvSpPr>
          <p:nvPr>
            <p:ph idx="1"/>
          </p:nvPr>
        </p:nvSpPr>
        <p:spPr>
          <a:xfrm>
            <a:off x="939569" y="1402310"/>
            <a:ext cx="7024560"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Tìm hiểu về </a:t>
            </a:r>
            <a:r>
              <a:rPr lang="vi-VN" sz="2600" b="1" dirty="0" err="1">
                <a:latin typeface="Arial" panose="020B0604020202020204" pitchFamily="34" charset="0"/>
                <a:cs typeface="Arial" panose="020B0604020202020204" pitchFamily="34" charset="0"/>
              </a:rPr>
              <a:t>WordPress</a:t>
            </a:r>
            <a:endParaRPr lang="en-US" sz="26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441939D5-18B5-19E6-7996-F09B2ABE0112}"/>
              </a:ext>
            </a:extLst>
          </p:cNvPr>
          <p:cNvSpPr txBox="1">
            <a:spLocks/>
          </p:cNvSpPr>
          <p:nvPr/>
        </p:nvSpPr>
        <p:spPr>
          <a:xfrm>
            <a:off x="865953" y="2361362"/>
            <a:ext cx="10834434"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err="1">
                <a:latin typeface="Arial" panose="020B0604020202020204" pitchFamily="34" charset="0"/>
                <a:cs typeface="Arial" panose="020B0604020202020204" pitchFamily="34" charset="0"/>
              </a:rPr>
              <a:t>WordPress</a:t>
            </a:r>
            <a:r>
              <a:rPr lang="vi-VN" sz="2600" dirty="0">
                <a:latin typeface="Arial" panose="020B0604020202020204" pitchFamily="34" charset="0"/>
                <a:cs typeface="Arial" panose="020B0604020202020204" pitchFamily="34" charset="0"/>
              </a:rPr>
              <a:t> là một hệ quản trị nội dung được sử dụng phổ biến trong lĩnh vực phát triển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Nền tảng này cho phép người dùng tạo và quản lý nội dung thông qua giao diện quản trị trực quan. Với khả năng mở rộng linh hoạt và cộng đồng hỗ trợ lớn, </a:t>
            </a:r>
            <a:r>
              <a:rPr lang="vi-VN" sz="2600" dirty="0" err="1">
                <a:latin typeface="Arial" panose="020B0604020202020204" pitchFamily="34" charset="0"/>
                <a:cs typeface="Arial" panose="020B0604020202020204" pitchFamily="34" charset="0"/>
              </a:rPr>
              <a:t>WordPress</a:t>
            </a:r>
            <a:r>
              <a:rPr lang="vi-VN" sz="2600" dirty="0">
                <a:latin typeface="Arial" panose="020B0604020202020204" pitchFamily="34" charset="0"/>
                <a:cs typeface="Arial" panose="020B0604020202020204" pitchFamily="34" charset="0"/>
              </a:rPr>
              <a:t> thường được lựa chọn để xây dựng các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doanh nghiệp và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bán hàng quy mô vừa và nhỏ.</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75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3658C-C51C-55C8-C247-EC3EE76F1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50EC7-05A9-13A0-E4E5-139930C229DF}"/>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NGHIÊN CỨU LÝ THUYẾT</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07F34DE-C45F-2256-EF9A-A85572DA517B}"/>
              </a:ext>
            </a:extLst>
          </p:cNvPr>
          <p:cNvSpPr>
            <a:spLocks noGrp="1"/>
          </p:cNvSpPr>
          <p:nvPr>
            <p:ph idx="1"/>
          </p:nvPr>
        </p:nvSpPr>
        <p:spPr>
          <a:xfrm>
            <a:off x="939569" y="1402310"/>
            <a:ext cx="3465283"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Tìm hiểu về </a:t>
            </a:r>
            <a:r>
              <a:rPr lang="vi-VN" sz="2600" b="1" dirty="0" err="1">
                <a:latin typeface="Arial" panose="020B0604020202020204" pitchFamily="34" charset="0"/>
                <a:cs typeface="Arial" panose="020B0604020202020204" pitchFamily="34" charset="0"/>
              </a:rPr>
              <a:t>MySQL</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9BAA557-64B7-AAEA-F102-3A9D9CFD4D33}"/>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err="1">
                <a:latin typeface="Arial" panose="020B0604020202020204" pitchFamily="34" charset="0"/>
                <a:cs typeface="Arial" panose="020B0604020202020204" pitchFamily="34" charset="0"/>
              </a:rPr>
              <a:t>MySQL</a:t>
            </a:r>
            <a:r>
              <a:rPr lang="vi-VN" sz="2600" dirty="0">
                <a:latin typeface="Arial" panose="020B0604020202020204" pitchFamily="34" charset="0"/>
                <a:cs typeface="Arial" panose="020B0604020202020204" pitchFamily="34" charset="0"/>
              </a:rPr>
              <a:t> là hệ quản trị cơ sở dữ liệu được sử dụng để lưu trữ toàn bộ dữ liệu của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Trong </a:t>
            </a:r>
            <a:r>
              <a:rPr lang="vi-VN" sz="2600" dirty="0" err="1">
                <a:latin typeface="Arial" panose="020B0604020202020204" pitchFamily="34" charset="0"/>
                <a:cs typeface="Arial" panose="020B0604020202020204" pitchFamily="34" charset="0"/>
              </a:rPr>
              <a:t>WordPress</a:t>
            </a:r>
            <a:r>
              <a:rPr lang="vi-VN" sz="2600" dirty="0">
                <a:latin typeface="Arial" panose="020B0604020202020204" pitchFamily="34" charset="0"/>
                <a:cs typeface="Arial" panose="020B0604020202020204" pitchFamily="34" charset="0"/>
              </a:rPr>
              <a:t>, </a:t>
            </a:r>
            <a:r>
              <a:rPr lang="vi-VN" sz="2600" dirty="0" err="1">
                <a:latin typeface="Arial" panose="020B0604020202020204" pitchFamily="34" charset="0"/>
                <a:cs typeface="Arial" panose="020B0604020202020204" pitchFamily="34" charset="0"/>
              </a:rPr>
              <a:t>MySQL</a:t>
            </a:r>
            <a:r>
              <a:rPr lang="vi-VN" sz="2600" dirty="0">
                <a:latin typeface="Arial" panose="020B0604020202020204" pitchFamily="34" charset="0"/>
                <a:cs typeface="Arial" panose="020B0604020202020204" pitchFamily="34" charset="0"/>
              </a:rPr>
              <a:t> đảm nhiệm vai trò lưu trữ bài viết, sản phẩm, thông tin người dùng và các cấu hình hệ thống. Việc sử dụng </a:t>
            </a:r>
            <a:r>
              <a:rPr lang="vi-VN" sz="2600" dirty="0" err="1">
                <a:latin typeface="Arial" panose="020B0604020202020204" pitchFamily="34" charset="0"/>
                <a:cs typeface="Arial" panose="020B0604020202020204" pitchFamily="34" charset="0"/>
              </a:rPr>
              <a:t>MySQL</a:t>
            </a:r>
            <a:r>
              <a:rPr lang="vi-VN" sz="2600" dirty="0">
                <a:latin typeface="Arial" panose="020B0604020202020204" pitchFamily="34" charset="0"/>
                <a:cs typeface="Arial" panose="020B0604020202020204" pitchFamily="34" charset="0"/>
              </a:rPr>
              <a:t> giúp dữ liệu được tổ chức khoa học và hỗ trợ truy xuất thông tin nhanh chóng.</a:t>
            </a:r>
          </a:p>
        </p:txBody>
      </p:sp>
    </p:spTree>
    <p:extLst>
      <p:ext uri="{BB962C8B-B14F-4D97-AF65-F5344CB8AC3E}">
        <p14:creationId xmlns:p14="http://schemas.microsoft.com/office/powerpoint/2010/main" val="50155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B649-F3FD-14E1-DF3A-A8C88C0E1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F7F4C-779D-323E-BFDD-5EB21F7F74B6}"/>
              </a:ext>
            </a:extLst>
          </p:cNvPr>
          <p:cNvSpPr>
            <a:spLocks noGrp="1"/>
          </p:cNvSpPr>
          <p:nvPr>
            <p:ph type="title"/>
          </p:nvPr>
        </p:nvSpPr>
        <p:spPr>
          <a:xfrm>
            <a:off x="841248" y="256032"/>
            <a:ext cx="10506456" cy="1014984"/>
          </a:xfrm>
        </p:spPr>
        <p:txBody>
          <a:bodyPr anchor="b">
            <a:normAutofit/>
          </a:bodyPr>
          <a:lstStyle/>
          <a:p>
            <a:r>
              <a:rPr lang="vi-VN" b="1" dirty="0">
                <a:latin typeface="Arial" panose="020B0604020202020204" pitchFamily="34" charset="0"/>
                <a:cs typeface="Arial" panose="020B0604020202020204" pitchFamily="34" charset="0"/>
              </a:rPr>
              <a:t>NGHIÊN CỨU LÝ THUYẾT</a:t>
            </a:r>
            <a:endParaRPr lang="en-US"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6DF93F8-3E78-A1C3-12AC-269F7629A77D}"/>
              </a:ext>
            </a:extLst>
          </p:cNvPr>
          <p:cNvSpPr>
            <a:spLocks noGrp="1"/>
          </p:cNvSpPr>
          <p:nvPr>
            <p:ph idx="1"/>
          </p:nvPr>
        </p:nvSpPr>
        <p:spPr>
          <a:xfrm>
            <a:off x="865953" y="1421974"/>
            <a:ext cx="6582108" cy="526433"/>
          </a:xfrm>
        </p:spPr>
        <p:txBody>
          <a:bodyPr>
            <a:noAutofit/>
          </a:bodyPr>
          <a:lstStyle/>
          <a:p>
            <a:pPr marL="0" indent="0">
              <a:buNone/>
            </a:pPr>
            <a:r>
              <a:rPr lang="vi-VN" sz="2600" b="1" dirty="0">
                <a:latin typeface="Arial" panose="020B0604020202020204" pitchFamily="34" charset="0"/>
                <a:cs typeface="Arial" panose="020B0604020202020204" pitchFamily="34" charset="0"/>
              </a:rPr>
              <a:t>Môi trường phát triển cục bộ (XAMPP)</a:t>
            </a:r>
            <a:endParaRPr lang="en-US" sz="26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49DB886-2EF8-4229-7BB5-99F736745772}"/>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Môi trường máy chủ cục bộ cho phép cài đặt và chạy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trên máy tính cá nhân mà không cần triển khai lên </a:t>
            </a:r>
            <a:r>
              <a:rPr lang="vi-VN" sz="2600" dirty="0" err="1">
                <a:latin typeface="Arial" panose="020B0604020202020204" pitchFamily="34" charset="0"/>
                <a:cs typeface="Arial" panose="020B0604020202020204" pitchFamily="34" charset="0"/>
              </a:rPr>
              <a:t>Internet</a:t>
            </a:r>
            <a:r>
              <a:rPr lang="vi-VN" sz="2600" dirty="0">
                <a:latin typeface="Arial" panose="020B0604020202020204" pitchFamily="34" charset="0"/>
                <a:cs typeface="Arial" panose="020B0604020202020204" pitchFamily="34" charset="0"/>
              </a:rPr>
              <a:t>. Điều này giúp quá trình học tập, thử nghiệm và chỉnh sửa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diễn ra thuận tiện, an toàn và tiết kiệm chi phí trong giai đoạn phát triển.</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7626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13856-4896-98BC-E7BF-8667D189E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6BE81-6595-73F5-E3C5-F316D24C8311}"/>
              </a:ext>
            </a:extLst>
          </p:cNvPr>
          <p:cNvSpPr>
            <a:spLocks noGrp="1"/>
          </p:cNvSpPr>
          <p:nvPr>
            <p:ph type="title"/>
          </p:nvPr>
        </p:nvSpPr>
        <p:spPr>
          <a:xfrm>
            <a:off x="838521" y="502371"/>
            <a:ext cx="10506456" cy="740074"/>
          </a:xfrm>
        </p:spPr>
        <p:txBody>
          <a:bodyPr anchor="b">
            <a:normAutofit/>
          </a:bodyPr>
          <a:lstStyle/>
          <a:p>
            <a:r>
              <a:rPr lang="vi-VN" b="1" dirty="0">
                <a:latin typeface="Arial" panose="020B0604020202020204" pitchFamily="34" charset="0"/>
                <a:cs typeface="Arial" panose="020B0604020202020204" pitchFamily="34" charset="0"/>
              </a:rPr>
              <a:t>HIỆN THỰC HÓA NGHIÊN CỨU</a:t>
            </a:r>
            <a:endParaRPr lang="en-US"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E3CBB73-691A-179C-7468-E01ECF5F645B}"/>
              </a:ext>
            </a:extLst>
          </p:cNvPr>
          <p:cNvSpPr txBox="1">
            <a:spLocks/>
          </p:cNvSpPr>
          <p:nvPr/>
        </p:nvSpPr>
        <p:spPr>
          <a:xfrm>
            <a:off x="865953" y="2361363"/>
            <a:ext cx="10451592"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2600" dirty="0" err="1">
                <a:latin typeface="Arial" panose="020B0604020202020204" pitchFamily="34" charset="0"/>
                <a:cs typeface="Arial" panose="020B0604020202020204" pitchFamily="34" charset="0"/>
              </a:rPr>
              <a:t>VietTech</a:t>
            </a:r>
            <a:r>
              <a:rPr lang="vi-VN" sz="2600" dirty="0">
                <a:latin typeface="Arial" panose="020B0604020202020204" pitchFamily="34" charset="0"/>
                <a:cs typeface="Arial" panose="020B0604020202020204" pitchFamily="34" charset="0"/>
              </a:rPr>
              <a:t> </a:t>
            </a:r>
            <a:r>
              <a:rPr lang="vi-VN" sz="2600" dirty="0" err="1">
                <a:latin typeface="Arial" panose="020B0604020202020204" pitchFamily="34" charset="0"/>
                <a:cs typeface="Arial" panose="020B0604020202020204" pitchFamily="34" charset="0"/>
              </a:rPr>
              <a:t>Fashion</a:t>
            </a:r>
            <a:r>
              <a:rPr lang="vi-VN" sz="2600" dirty="0">
                <a:latin typeface="Arial" panose="020B0604020202020204" pitchFamily="34" charset="0"/>
                <a:cs typeface="Arial" panose="020B0604020202020204" pitchFamily="34" charset="0"/>
              </a:rPr>
              <a:t> là doanh nghiệp hoạt động trong lĩnh vực thời trang, có nhu cầu xây dựng một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giới thiệu nhằm quảng bá thương hiệu và sản phẩm.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cần đóng vai trò là kênh thông tin chính thức, giúp khách hàng dễ dàng tiếp cận thông tin và sản phẩm của doanh nghiệp. Đồng thời, hệ thống phải cho phép người quản trị cập nhật nội dung một cách đơn giản và nhanh chóng.</a:t>
            </a:r>
            <a:endParaRPr lang="en-US" sz="2600"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7281059A-14CC-6F78-7FB6-4EA559A1B3B3}"/>
              </a:ext>
            </a:extLst>
          </p:cNvPr>
          <p:cNvSpPr txBox="1">
            <a:spLocks/>
          </p:cNvSpPr>
          <p:nvPr/>
        </p:nvSpPr>
        <p:spPr>
          <a:xfrm>
            <a:off x="865953" y="1451992"/>
            <a:ext cx="4301024"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Mô tả bài toán</a:t>
            </a:r>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566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B72F-1436-AB24-52F0-7CD7F7A24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EC6E1-DC2B-3599-ADE4-5780A536DA86}"/>
              </a:ext>
            </a:extLst>
          </p:cNvPr>
          <p:cNvSpPr>
            <a:spLocks noGrp="1"/>
          </p:cNvSpPr>
          <p:nvPr>
            <p:ph type="title"/>
          </p:nvPr>
        </p:nvSpPr>
        <p:spPr>
          <a:xfrm>
            <a:off x="838521" y="502371"/>
            <a:ext cx="10506456" cy="740074"/>
          </a:xfrm>
        </p:spPr>
        <p:txBody>
          <a:bodyPr anchor="b">
            <a:normAutofit/>
          </a:bodyPr>
          <a:lstStyle/>
          <a:p>
            <a:r>
              <a:rPr lang="vi-VN" b="1" dirty="0">
                <a:latin typeface="Arial" panose="020B0604020202020204" pitchFamily="34" charset="0"/>
                <a:cs typeface="Arial" panose="020B0604020202020204" pitchFamily="34" charset="0"/>
              </a:rPr>
              <a:t>HIỆN THỰC HÓA NGHIÊN CỨU</a:t>
            </a:r>
            <a:endParaRPr lang="en-US"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759B7DDE-07A3-E898-EE8F-EE34D9B06AD9}"/>
              </a:ext>
            </a:extLst>
          </p:cNvPr>
          <p:cNvSpPr txBox="1">
            <a:spLocks/>
          </p:cNvSpPr>
          <p:nvPr/>
        </p:nvSpPr>
        <p:spPr>
          <a:xfrm>
            <a:off x="865953" y="2361363"/>
            <a:ext cx="10451592"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2600" dirty="0">
                <a:latin typeface="Arial" panose="020B0604020202020204" pitchFamily="34" charset="0"/>
                <a:cs typeface="Arial" panose="020B0604020202020204" pitchFamily="34" charset="0"/>
              </a:rPr>
              <a:t>Quá trình xây dựng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được thực hiện theo các bước từ cài đặt hệ thống, lựa chọn giao diện, thiết kế bố cục đến cấu hình chức năng và kiểm thử. Quy trình này giúp đảm bảo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được xây dựng đúng định hướng, đáp ứng yêu cầu đề tài và có thể vận hành ổn định sau khi hoàn thiện.</a:t>
            </a:r>
            <a:endParaRPr lang="en-US" sz="2600"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6DF5FE17-1F40-EDDC-D61C-4B6CD631A378}"/>
              </a:ext>
            </a:extLst>
          </p:cNvPr>
          <p:cNvSpPr txBox="1">
            <a:spLocks/>
          </p:cNvSpPr>
          <p:nvPr/>
        </p:nvSpPr>
        <p:spPr>
          <a:xfrm>
            <a:off x="865953" y="1451992"/>
            <a:ext cx="5043234"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Quy trình xây dựng </a:t>
            </a:r>
            <a:r>
              <a:rPr lang="vi-VN" sz="2600" b="1" dirty="0" err="1">
                <a:latin typeface="Arial" panose="020B0604020202020204" pitchFamily="34" charset="0"/>
                <a:cs typeface="Arial" panose="020B0604020202020204" pitchFamily="34" charset="0"/>
              </a:rPr>
              <a:t>website</a:t>
            </a:r>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493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531C-CACE-E8E3-E2AD-0D4FF66F2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DE305-F18A-5B40-E2DF-773267ABF2A7}"/>
              </a:ext>
            </a:extLst>
          </p:cNvPr>
          <p:cNvSpPr>
            <a:spLocks noGrp="1"/>
          </p:cNvSpPr>
          <p:nvPr>
            <p:ph type="title"/>
          </p:nvPr>
        </p:nvSpPr>
        <p:spPr>
          <a:xfrm>
            <a:off x="838521" y="502371"/>
            <a:ext cx="10506456" cy="740074"/>
          </a:xfrm>
        </p:spPr>
        <p:txBody>
          <a:bodyPr anchor="b">
            <a:normAutofit/>
          </a:bodyPr>
          <a:lstStyle/>
          <a:p>
            <a:r>
              <a:rPr lang="vi-VN" b="1" dirty="0">
                <a:latin typeface="Arial" panose="020B0604020202020204" pitchFamily="34" charset="0"/>
                <a:cs typeface="Arial" panose="020B0604020202020204" pitchFamily="34" charset="0"/>
              </a:rPr>
              <a:t>HIỆN THỰC HÓA NGHIÊN CỨU</a:t>
            </a:r>
            <a:endParaRPr lang="en-US"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E063984D-B991-F7F8-7C20-1928EDC698F7}"/>
              </a:ext>
            </a:extLst>
          </p:cNvPr>
          <p:cNvSpPr txBox="1">
            <a:spLocks/>
          </p:cNvSpPr>
          <p:nvPr/>
        </p:nvSpPr>
        <p:spPr>
          <a:xfrm>
            <a:off x="865953" y="2361363"/>
            <a:ext cx="10451592" cy="40394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sz="2600" dirty="0">
                <a:latin typeface="Arial" panose="020B0604020202020204" pitchFamily="34" charset="0"/>
                <a:cs typeface="Arial" panose="020B0604020202020204" pitchFamily="34" charset="0"/>
              </a:rPr>
              <a:t>Trong quá trình triển khai, đề tài sử dụng các công cụ hỗ trợ thiết kế giao diện, quản lý sản phẩm và kiểm thử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Việc lựa chọn các công cụ phù hợp giúp giảm thời gian phát triển, tăng tính linh hoạt trong thiết kế và đảm bảo </a:t>
            </a: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có thể mở rộng trong tương lai.</a:t>
            </a:r>
            <a:endParaRPr lang="en-US" sz="2600"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87D28194-8F66-CF97-D848-6E3AFFCD736D}"/>
              </a:ext>
            </a:extLst>
          </p:cNvPr>
          <p:cNvSpPr txBox="1">
            <a:spLocks/>
          </p:cNvSpPr>
          <p:nvPr/>
        </p:nvSpPr>
        <p:spPr>
          <a:xfrm>
            <a:off x="865952" y="1451992"/>
            <a:ext cx="5515183"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Công cụ và nền tảng sử dụng</a:t>
            </a:r>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6582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ED9AD-270B-F462-71AD-84052198525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5630C99-97BB-ED8A-3E78-B57A3D844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F7403CA3-6302-978B-F98D-8998081D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CF129E-6AAB-345E-5A40-5633D233DFF5}"/>
              </a:ext>
            </a:extLst>
          </p:cNvPr>
          <p:cNvSpPr>
            <a:spLocks noGrp="1"/>
          </p:cNvSpPr>
          <p:nvPr>
            <p:ph type="title"/>
          </p:nvPr>
        </p:nvSpPr>
        <p:spPr>
          <a:xfrm>
            <a:off x="819150" y="830009"/>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2D1950-8A6B-BA34-8064-96AD46399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F44482A4-1F16-5913-94CD-7A9E57892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DC4C1DF3-04D0-FC58-F622-F8F3B813478F}"/>
              </a:ext>
            </a:extLst>
          </p:cNvPr>
          <p:cNvSpPr>
            <a:spLocks noGrp="1"/>
          </p:cNvSpPr>
          <p:nvPr>
            <p:ph idx="1"/>
          </p:nvPr>
        </p:nvSpPr>
        <p:spPr>
          <a:xfrm>
            <a:off x="877457" y="1554913"/>
            <a:ext cx="3871523" cy="447505"/>
          </a:xfrm>
        </p:spPr>
        <p:txBody>
          <a:bodyPr>
            <a:noAutofit/>
          </a:bodyPr>
          <a:lstStyle/>
          <a:p>
            <a:pPr marL="0" indent="0">
              <a:buNone/>
            </a:pPr>
            <a:r>
              <a:rPr lang="vi-VN" sz="2600" b="1" dirty="0">
                <a:latin typeface="Arial" panose="020B0604020202020204" pitchFamily="34" charset="0"/>
                <a:cs typeface="Arial" panose="020B0604020202020204" pitchFamily="34" charset="0"/>
              </a:rPr>
              <a:t>Giao diện người dùng </a:t>
            </a:r>
            <a:endParaRPr lang="en-US" sz="26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4699EAF7-A6CB-CA4B-C851-F8B0EED2F6B6}"/>
              </a:ext>
            </a:extLst>
          </p:cNvPr>
          <p:cNvSpPr txBox="1">
            <a:spLocks/>
          </p:cNvSpPr>
          <p:nvPr/>
        </p:nvSpPr>
        <p:spPr>
          <a:xfrm>
            <a:off x="877457" y="2349221"/>
            <a:ext cx="5991245" cy="334640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err="1">
                <a:latin typeface="Arial" panose="020B0604020202020204" pitchFamily="34" charset="0"/>
                <a:cs typeface="Arial" panose="020B0604020202020204" pitchFamily="34" charset="0"/>
              </a:rPr>
              <a:t>Website</a:t>
            </a:r>
            <a:r>
              <a:rPr lang="vi-VN" sz="2600" dirty="0">
                <a:latin typeface="Arial" panose="020B0604020202020204" pitchFamily="34" charset="0"/>
                <a:cs typeface="Arial" panose="020B0604020202020204" pitchFamily="34" charset="0"/>
              </a:rPr>
              <a:t> sau khi hoàn thiện có giao diện hiện đại, bố cục rõ ràng và dễ sử dụng. Các trang chính như trang chủ, trang sản phẩm và trang liên hệ được trình bày trực quan, giúp người dùng dễ dàng tìm kiếm thông tin và tiếp cận sản phẩm của doanh nghiệp.</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37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84FA-4194-2F75-D53D-DC17C4D7B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46F6D-9E5C-A381-472C-E638EFE99F49}"/>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AE6A019-9EA6-99CB-FA3F-487998B8303E}"/>
              </a:ext>
            </a:extLst>
          </p:cNvPr>
          <p:cNvSpPr>
            <a:spLocks noGrp="1"/>
          </p:cNvSpPr>
          <p:nvPr>
            <p:ph idx="1"/>
          </p:nvPr>
        </p:nvSpPr>
        <p:spPr>
          <a:xfrm>
            <a:off x="1064270" y="1514176"/>
            <a:ext cx="2066111"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chủ</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DC4CF2C3-D0A5-4359-F2B9-E28445732C6B}"/>
              </a:ext>
            </a:extLst>
          </p:cNvPr>
          <p:cNvSpPr txBox="1">
            <a:spLocks/>
          </p:cNvSpPr>
          <p:nvPr/>
        </p:nvSpPr>
        <p:spPr>
          <a:xfrm>
            <a:off x="582491" y="2389239"/>
            <a:ext cx="3690940" cy="390694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Trang chủ có thể xem sản phẩm, khách hàng có thể xem sản phẩm, thêm vào giỏ hàng và tiến hành thanh toán.</a:t>
            </a:r>
          </a:p>
        </p:txBody>
      </p:sp>
      <p:sp>
        <p:nvSpPr>
          <p:cNvPr id="4" name="Content Placeholder 4">
            <a:extLst>
              <a:ext uri="{FF2B5EF4-FFF2-40B4-BE49-F238E27FC236}">
                <a16:creationId xmlns:a16="http://schemas.microsoft.com/office/drawing/2014/main" id="{647A0291-388A-F73C-2039-3F95AD69C3AF}"/>
              </a:ext>
            </a:extLst>
          </p:cNvPr>
          <p:cNvSpPr txBox="1">
            <a:spLocks/>
          </p:cNvSpPr>
          <p:nvPr/>
        </p:nvSpPr>
        <p:spPr>
          <a:xfrm>
            <a:off x="877457" y="937618"/>
            <a:ext cx="3842027"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dùng </a:t>
            </a:r>
            <a:endParaRPr lang="en-US" sz="2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48D4964-99D1-840F-407B-D9B2F3F3EE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8398" y="2359742"/>
            <a:ext cx="7293693" cy="3527278"/>
          </a:xfrm>
          <a:prstGeom prst="rect">
            <a:avLst/>
          </a:prstGeom>
          <a:noFill/>
          <a:ln>
            <a:noFill/>
          </a:ln>
        </p:spPr>
      </p:pic>
    </p:spTree>
    <p:extLst>
      <p:ext uri="{BB962C8B-B14F-4D97-AF65-F5344CB8AC3E}">
        <p14:creationId xmlns:p14="http://schemas.microsoft.com/office/powerpoint/2010/main" val="1194056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37D2-66A0-8B6C-C4A1-263BDB76E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C45E2-3CA9-63C3-6B29-6109B8886A22}"/>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7201FC3-4F15-3A2A-277E-F22EEBD49873}"/>
              </a:ext>
            </a:extLst>
          </p:cNvPr>
          <p:cNvSpPr>
            <a:spLocks noGrp="1"/>
          </p:cNvSpPr>
          <p:nvPr>
            <p:ph idx="1"/>
          </p:nvPr>
        </p:nvSpPr>
        <p:spPr>
          <a:xfrm>
            <a:off x="1064270" y="1514176"/>
            <a:ext cx="3842027"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thông tin sản phẩm</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80F3D7F0-D619-F121-C39A-3BE308886277}"/>
              </a:ext>
            </a:extLst>
          </p:cNvPr>
          <p:cNvSpPr txBox="1">
            <a:spLocks/>
          </p:cNvSpPr>
          <p:nvPr/>
        </p:nvSpPr>
        <p:spPr>
          <a:xfrm>
            <a:off x="582490" y="2389239"/>
            <a:ext cx="3704375" cy="212376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Trang thông tin sản phẩm cho phép người dùng xem thông tin chi tiết của sản phẩm.</a:t>
            </a:r>
          </a:p>
        </p:txBody>
      </p:sp>
      <p:sp>
        <p:nvSpPr>
          <p:cNvPr id="4" name="Content Placeholder 4">
            <a:extLst>
              <a:ext uri="{FF2B5EF4-FFF2-40B4-BE49-F238E27FC236}">
                <a16:creationId xmlns:a16="http://schemas.microsoft.com/office/drawing/2014/main" id="{DC69993C-D00D-2119-0FA9-18F77FB34C5D}"/>
              </a:ext>
            </a:extLst>
          </p:cNvPr>
          <p:cNvSpPr txBox="1">
            <a:spLocks/>
          </p:cNvSpPr>
          <p:nvPr/>
        </p:nvSpPr>
        <p:spPr>
          <a:xfrm>
            <a:off x="877457" y="937618"/>
            <a:ext cx="3842027"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dùng </a:t>
            </a:r>
            <a:endParaRPr lang="en-US" sz="2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8B10DF9-723E-62C7-2F99-8897AD4B116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4889" y="2259453"/>
            <a:ext cx="7527528" cy="3660929"/>
          </a:xfrm>
          <a:prstGeom prst="rect">
            <a:avLst/>
          </a:prstGeom>
          <a:noFill/>
          <a:ln>
            <a:noFill/>
          </a:ln>
        </p:spPr>
      </p:pic>
    </p:spTree>
    <p:extLst>
      <p:ext uri="{BB962C8B-B14F-4D97-AF65-F5344CB8AC3E}">
        <p14:creationId xmlns:p14="http://schemas.microsoft.com/office/powerpoint/2010/main" val="996519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6606A-12EB-0806-3940-AE56629CD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F23D4-5F5C-D6C5-2FAA-E4E5FC0450DE}"/>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383BC53-FDD7-005D-228C-876AEE0994C1}"/>
              </a:ext>
            </a:extLst>
          </p:cNvPr>
          <p:cNvSpPr>
            <a:spLocks noGrp="1"/>
          </p:cNvSpPr>
          <p:nvPr>
            <p:ph idx="1"/>
          </p:nvPr>
        </p:nvSpPr>
        <p:spPr>
          <a:xfrm>
            <a:off x="1064270" y="1514176"/>
            <a:ext cx="3842027"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giỏ hàng</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3378CCE2-66F2-EF9D-5959-4C42C14A2BFC}"/>
              </a:ext>
            </a:extLst>
          </p:cNvPr>
          <p:cNvSpPr txBox="1">
            <a:spLocks/>
          </p:cNvSpPr>
          <p:nvPr/>
        </p:nvSpPr>
        <p:spPr>
          <a:xfrm>
            <a:off x="582491" y="2389239"/>
            <a:ext cx="3704374" cy="212376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Người dùng có thể xem các sản phẩm của mình trong giỏ hàng.</a:t>
            </a:r>
          </a:p>
        </p:txBody>
      </p:sp>
      <p:sp>
        <p:nvSpPr>
          <p:cNvPr id="4" name="Content Placeholder 4">
            <a:extLst>
              <a:ext uri="{FF2B5EF4-FFF2-40B4-BE49-F238E27FC236}">
                <a16:creationId xmlns:a16="http://schemas.microsoft.com/office/drawing/2014/main" id="{94E06503-D46A-E485-5CC1-6695B96B8A80}"/>
              </a:ext>
            </a:extLst>
          </p:cNvPr>
          <p:cNvSpPr txBox="1">
            <a:spLocks/>
          </p:cNvSpPr>
          <p:nvPr/>
        </p:nvSpPr>
        <p:spPr>
          <a:xfrm>
            <a:off x="877457" y="937618"/>
            <a:ext cx="3842027"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dùng </a:t>
            </a:r>
            <a:endParaRPr lang="en-US" sz="2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A040F83-36E1-EF81-8416-7B3533CDA33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5682" y="2217320"/>
            <a:ext cx="7571624" cy="3703062"/>
          </a:xfrm>
          <a:prstGeom prst="rect">
            <a:avLst/>
          </a:prstGeom>
          <a:noFill/>
          <a:ln>
            <a:noFill/>
          </a:ln>
        </p:spPr>
      </p:pic>
    </p:spTree>
    <p:extLst>
      <p:ext uri="{BB962C8B-B14F-4D97-AF65-F5344CB8AC3E}">
        <p14:creationId xmlns:p14="http://schemas.microsoft.com/office/powerpoint/2010/main" val="1563901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894F8-50E4-1336-47FF-B53B1FE9E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4B590-0689-76F8-B47E-5316504176F1}"/>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8E735AA-3AB2-1056-2A23-04B41352F481}"/>
              </a:ext>
            </a:extLst>
          </p:cNvPr>
          <p:cNvSpPr>
            <a:spLocks noGrp="1"/>
          </p:cNvSpPr>
          <p:nvPr>
            <p:ph idx="1"/>
          </p:nvPr>
        </p:nvSpPr>
        <p:spPr>
          <a:xfrm>
            <a:off x="1064270" y="1514176"/>
            <a:ext cx="3842027"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thanh toán</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AE24EA65-50CF-61C7-0D12-38D067625261}"/>
              </a:ext>
            </a:extLst>
          </p:cNvPr>
          <p:cNvSpPr txBox="1">
            <a:spLocks/>
          </p:cNvSpPr>
          <p:nvPr/>
        </p:nvSpPr>
        <p:spPr>
          <a:xfrm>
            <a:off x="582490" y="2389239"/>
            <a:ext cx="3704375" cy="29545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Người dùng có thể xem hóa đơn cũng như cập nhật thông tin liên hệ và thông tin vận chuyển cho đơn hàng của mình.</a:t>
            </a:r>
          </a:p>
        </p:txBody>
      </p:sp>
      <p:sp>
        <p:nvSpPr>
          <p:cNvPr id="4" name="Content Placeholder 4">
            <a:extLst>
              <a:ext uri="{FF2B5EF4-FFF2-40B4-BE49-F238E27FC236}">
                <a16:creationId xmlns:a16="http://schemas.microsoft.com/office/drawing/2014/main" id="{C84638F2-3ED6-2047-1729-748ADBC8E833}"/>
              </a:ext>
            </a:extLst>
          </p:cNvPr>
          <p:cNvSpPr txBox="1">
            <a:spLocks/>
          </p:cNvSpPr>
          <p:nvPr/>
        </p:nvSpPr>
        <p:spPr>
          <a:xfrm>
            <a:off x="877457" y="937618"/>
            <a:ext cx="3842027"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dùng </a:t>
            </a:r>
            <a:endParaRPr lang="en-US" sz="2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5B9C458-1319-14E7-D9BD-41CAB7FFAF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4348" y="2165555"/>
            <a:ext cx="7563904" cy="3841955"/>
          </a:xfrm>
          <a:prstGeom prst="rect">
            <a:avLst/>
          </a:prstGeom>
          <a:noFill/>
          <a:ln>
            <a:noFill/>
          </a:ln>
        </p:spPr>
      </p:pic>
    </p:spTree>
    <p:extLst>
      <p:ext uri="{BB962C8B-B14F-4D97-AF65-F5344CB8AC3E}">
        <p14:creationId xmlns:p14="http://schemas.microsoft.com/office/powerpoint/2010/main" val="1982991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CCEFEF-A2AD-2846-D18E-E9125DD262B1}"/>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50D6CD-7F42-6526-76F2-442AC69C0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3E16FE5-45BD-5FC7-2CF8-09B31A472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41ABF7-5E6E-CF43-8714-1CC78EA811D3}"/>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4B5E36A-979D-8D1B-1CFF-39C202959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505EC8E-9E57-FCAF-2F94-F79471374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83EAA6F-9140-251D-A05A-90365AF9572B}"/>
              </a:ext>
            </a:extLst>
          </p:cNvPr>
          <p:cNvSpPr>
            <a:spLocks noGrp="1"/>
          </p:cNvSpPr>
          <p:nvPr>
            <p:ph idx="1"/>
          </p:nvPr>
        </p:nvSpPr>
        <p:spPr>
          <a:xfrm>
            <a:off x="877458" y="1654962"/>
            <a:ext cx="2739502" cy="447505"/>
          </a:xfrm>
        </p:spPr>
        <p:txBody>
          <a:bodyPr>
            <a:normAutofit/>
          </a:bodyPr>
          <a:lstStyle/>
          <a:p>
            <a:pPr marL="0" indent="0">
              <a:buNone/>
            </a:pPr>
            <a:r>
              <a:rPr lang="vi-VN" sz="1800" b="1" dirty="0">
                <a:latin typeface="Arial" panose="020B0604020202020204" pitchFamily="34" charset="0"/>
                <a:cs typeface="Arial" panose="020B0604020202020204" pitchFamily="34" charset="0"/>
              </a:rPr>
              <a:t>Giao diện quản trị</a:t>
            </a:r>
            <a:endParaRPr lang="en-US" sz="18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200B8ADD-B7D4-692A-A784-454DA95EB9F8}"/>
              </a:ext>
            </a:extLst>
          </p:cNvPr>
          <p:cNvSpPr txBox="1">
            <a:spLocks/>
          </p:cNvSpPr>
          <p:nvPr/>
        </p:nvSpPr>
        <p:spPr>
          <a:xfrm>
            <a:off x="877458" y="2424238"/>
            <a:ext cx="5846682" cy="318290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Hệ thống quản trị cho phép người quản lý cập nhật sản phẩm, theo dõi đơn hàng và quản lý khách hàng thông qua giao diện quản trị. Việc quản lý nội dung được thực hiện thuận tiện, không yêu cầu kiến thức lập trình chuyên sâu. </a:t>
            </a: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714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1587-8D66-13A4-4512-FC4AFF3AC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4B029-B39A-81F4-D580-6C6EED324E95}"/>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B09E9314-307C-DB25-B3DE-72079C61FF10}"/>
              </a:ext>
            </a:extLst>
          </p:cNvPr>
          <p:cNvSpPr>
            <a:spLocks noGrp="1"/>
          </p:cNvSpPr>
          <p:nvPr>
            <p:ph idx="1"/>
          </p:nvPr>
        </p:nvSpPr>
        <p:spPr>
          <a:xfrm>
            <a:off x="1064270" y="1514176"/>
            <a:ext cx="5238207"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quản lý khách hàng</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DF23F8E6-E7DF-FC1C-0A76-93CDDB11FFFC}"/>
              </a:ext>
            </a:extLst>
          </p:cNvPr>
          <p:cNvSpPr txBox="1">
            <a:spLocks/>
          </p:cNvSpPr>
          <p:nvPr/>
        </p:nvSpPr>
        <p:spPr>
          <a:xfrm>
            <a:off x="582490" y="2389239"/>
            <a:ext cx="3704375" cy="29545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Cho phép người quản trị thêm, sử, xóa khách hàng.</a:t>
            </a:r>
          </a:p>
        </p:txBody>
      </p:sp>
      <p:sp>
        <p:nvSpPr>
          <p:cNvPr id="4" name="Content Placeholder 4">
            <a:extLst>
              <a:ext uri="{FF2B5EF4-FFF2-40B4-BE49-F238E27FC236}">
                <a16:creationId xmlns:a16="http://schemas.microsoft.com/office/drawing/2014/main" id="{79DFE1BB-1146-1CE5-DF28-7A885D276CBF}"/>
              </a:ext>
            </a:extLst>
          </p:cNvPr>
          <p:cNvSpPr txBox="1">
            <a:spLocks/>
          </p:cNvSpPr>
          <p:nvPr/>
        </p:nvSpPr>
        <p:spPr>
          <a:xfrm>
            <a:off x="877457" y="937618"/>
            <a:ext cx="5316866"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quản trị </a:t>
            </a:r>
            <a:endParaRPr lang="en-US" sz="2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189B9B32-9962-6ADA-D7EB-4450060967B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3845" y="2202670"/>
            <a:ext cx="7514426" cy="3814671"/>
          </a:xfrm>
          <a:prstGeom prst="rect">
            <a:avLst/>
          </a:prstGeom>
          <a:noFill/>
          <a:ln>
            <a:noFill/>
          </a:ln>
        </p:spPr>
      </p:pic>
    </p:spTree>
    <p:extLst>
      <p:ext uri="{BB962C8B-B14F-4D97-AF65-F5344CB8AC3E}">
        <p14:creationId xmlns:p14="http://schemas.microsoft.com/office/powerpoint/2010/main" val="644611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BD9F-72F3-2AD8-108A-467739310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00931-1E27-F6B8-316A-1028F76DE1F6}"/>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18E9480-267F-8FED-DBF6-4FAD36205800}"/>
              </a:ext>
            </a:extLst>
          </p:cNvPr>
          <p:cNvSpPr>
            <a:spLocks noGrp="1"/>
          </p:cNvSpPr>
          <p:nvPr>
            <p:ph idx="1"/>
          </p:nvPr>
        </p:nvSpPr>
        <p:spPr>
          <a:xfrm>
            <a:off x="1064270" y="1514176"/>
            <a:ext cx="7116169"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quản lý đơn đặt hàng của sản phẩm</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A42BAE46-FA30-8BC7-9BFD-69F31F0AE155}"/>
              </a:ext>
            </a:extLst>
          </p:cNvPr>
          <p:cNvSpPr txBox="1">
            <a:spLocks/>
          </p:cNvSpPr>
          <p:nvPr/>
        </p:nvSpPr>
        <p:spPr>
          <a:xfrm>
            <a:off x="582490" y="2389239"/>
            <a:ext cx="3704375" cy="29545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Cho phép người quản trị thêm, sửa, xóa đơn đặt hàng.</a:t>
            </a:r>
          </a:p>
        </p:txBody>
      </p:sp>
      <p:sp>
        <p:nvSpPr>
          <p:cNvPr id="4" name="Content Placeholder 4">
            <a:extLst>
              <a:ext uri="{FF2B5EF4-FFF2-40B4-BE49-F238E27FC236}">
                <a16:creationId xmlns:a16="http://schemas.microsoft.com/office/drawing/2014/main" id="{05DB4F44-3C5B-EF7F-ED88-2ABBCE0EAB5B}"/>
              </a:ext>
            </a:extLst>
          </p:cNvPr>
          <p:cNvSpPr txBox="1">
            <a:spLocks/>
          </p:cNvSpPr>
          <p:nvPr/>
        </p:nvSpPr>
        <p:spPr>
          <a:xfrm>
            <a:off x="877457" y="937618"/>
            <a:ext cx="5316866"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quản trị </a:t>
            </a:r>
            <a:endParaRPr lang="en-US" sz="2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6A51BE7-72BC-7327-F036-572F9CC5156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4820" y="2175980"/>
            <a:ext cx="7677597" cy="3744402"/>
          </a:xfrm>
          <a:prstGeom prst="rect">
            <a:avLst/>
          </a:prstGeom>
          <a:noFill/>
          <a:ln>
            <a:noFill/>
          </a:ln>
        </p:spPr>
      </p:pic>
    </p:spTree>
    <p:extLst>
      <p:ext uri="{BB962C8B-B14F-4D97-AF65-F5344CB8AC3E}">
        <p14:creationId xmlns:p14="http://schemas.microsoft.com/office/powerpoint/2010/main" val="3029467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C5B57-676E-53BF-1AAD-0035A3C1B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88594-F10B-11E0-C78B-6678236F03A2}"/>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CCF7C5AD-DBD2-6548-1B83-2B2FD68BB6F3}"/>
              </a:ext>
            </a:extLst>
          </p:cNvPr>
          <p:cNvSpPr>
            <a:spLocks noGrp="1"/>
          </p:cNvSpPr>
          <p:nvPr>
            <p:ph idx="1"/>
          </p:nvPr>
        </p:nvSpPr>
        <p:spPr>
          <a:xfrm>
            <a:off x="1064270" y="1514176"/>
            <a:ext cx="7116169"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quản lý hóa đơn khách hàng</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26745C8A-DF9E-2A8E-6B84-9B96F63EE21C}"/>
              </a:ext>
            </a:extLst>
          </p:cNvPr>
          <p:cNvSpPr txBox="1">
            <a:spLocks/>
          </p:cNvSpPr>
          <p:nvPr/>
        </p:nvSpPr>
        <p:spPr>
          <a:xfrm>
            <a:off x="582491" y="2389239"/>
            <a:ext cx="3497896" cy="329380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Cho phép người quản trị thêm, sửa, xóa các mục trong hóa đơn của khách hàng như: tên khách hàng, trạng thái thanh toán, </a:t>
            </a:r>
            <a:r>
              <a:rPr lang="vi-VN" sz="2600" dirty="0" err="1">
                <a:latin typeface="Arial" panose="020B0604020202020204" pitchFamily="34" charset="0"/>
                <a:cs typeface="Arial" panose="020B0604020202020204" pitchFamily="34" charset="0"/>
              </a:rPr>
              <a:t>id</a:t>
            </a:r>
            <a:r>
              <a:rPr lang="vi-VN" sz="2600" dirty="0">
                <a:latin typeface="Arial" panose="020B0604020202020204" pitchFamily="34" charset="0"/>
                <a:cs typeface="Arial" panose="020B0604020202020204" pitchFamily="34" charset="0"/>
              </a:rPr>
              <a:t> hóa đơn.</a:t>
            </a:r>
          </a:p>
        </p:txBody>
      </p:sp>
      <p:sp>
        <p:nvSpPr>
          <p:cNvPr id="4" name="Content Placeholder 4">
            <a:extLst>
              <a:ext uri="{FF2B5EF4-FFF2-40B4-BE49-F238E27FC236}">
                <a16:creationId xmlns:a16="http://schemas.microsoft.com/office/drawing/2014/main" id="{4F2678C5-C40E-2F0A-BE35-D29AE4C4CA38}"/>
              </a:ext>
            </a:extLst>
          </p:cNvPr>
          <p:cNvSpPr txBox="1">
            <a:spLocks/>
          </p:cNvSpPr>
          <p:nvPr/>
        </p:nvSpPr>
        <p:spPr>
          <a:xfrm>
            <a:off x="877457" y="937618"/>
            <a:ext cx="5316866"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quản trị </a:t>
            </a:r>
            <a:endParaRPr lang="en-US" sz="2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9E266AD-3CCB-DCEC-D1D1-169149B6174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4271" y="2168360"/>
            <a:ext cx="7661252" cy="3752022"/>
          </a:xfrm>
          <a:prstGeom prst="rect">
            <a:avLst/>
          </a:prstGeom>
          <a:noFill/>
          <a:ln>
            <a:noFill/>
          </a:ln>
        </p:spPr>
      </p:pic>
    </p:spTree>
    <p:extLst>
      <p:ext uri="{BB962C8B-B14F-4D97-AF65-F5344CB8AC3E}">
        <p14:creationId xmlns:p14="http://schemas.microsoft.com/office/powerpoint/2010/main" val="1144680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4156-E442-B1CD-5797-25EFC8E4E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E2403-7C20-0A10-F14A-1A629084ED5D}"/>
              </a:ext>
            </a:extLst>
          </p:cNvPr>
          <p:cNvSpPr>
            <a:spLocks noGrp="1"/>
          </p:cNvSpPr>
          <p:nvPr>
            <p:ph type="title"/>
          </p:nvPr>
        </p:nvSpPr>
        <p:spPr>
          <a:xfrm>
            <a:off x="808631" y="300193"/>
            <a:ext cx="5991244" cy="628564"/>
          </a:xfrm>
        </p:spPr>
        <p:txBody>
          <a:bodyPr>
            <a:normAutofit/>
          </a:bodyPr>
          <a:lstStyle/>
          <a:p>
            <a:r>
              <a:rPr lang="vi-VN" sz="3200" b="1" dirty="0">
                <a:latin typeface="Arial" panose="020B0604020202020204" pitchFamily="34" charset="0"/>
                <a:cs typeface="Arial" panose="020B0604020202020204" pitchFamily="34" charset="0"/>
              </a:rPr>
              <a:t>KẾT QUẢ NGHIÊN CỨU</a:t>
            </a:r>
            <a:endParaRPr lang="en-US" sz="3200" b="1"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BEDFA708-C6A3-C146-7B57-04292054D129}"/>
              </a:ext>
            </a:extLst>
          </p:cNvPr>
          <p:cNvSpPr>
            <a:spLocks noGrp="1"/>
          </p:cNvSpPr>
          <p:nvPr>
            <p:ph idx="1"/>
          </p:nvPr>
        </p:nvSpPr>
        <p:spPr>
          <a:xfrm>
            <a:off x="1064270" y="1514176"/>
            <a:ext cx="7116169" cy="447505"/>
          </a:xfrm>
        </p:spPr>
        <p:txBody>
          <a:bodyPr>
            <a:noAutofit/>
          </a:bodyPr>
          <a:lstStyle/>
          <a:p>
            <a:pPr marL="0" indent="0">
              <a:buNone/>
            </a:pPr>
            <a:r>
              <a:rPr lang="vi-VN" sz="2300" b="1" dirty="0">
                <a:latin typeface="Arial" panose="020B0604020202020204" pitchFamily="34" charset="0"/>
                <a:cs typeface="Arial" panose="020B0604020202020204" pitchFamily="34" charset="0"/>
              </a:rPr>
              <a:t>Trang quản lý sản phẩm</a:t>
            </a:r>
            <a:endParaRPr lang="en-US" sz="2300" b="1" dirty="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5FD72A7D-F483-8D69-6800-F2C86AB78DF9}"/>
              </a:ext>
            </a:extLst>
          </p:cNvPr>
          <p:cNvSpPr txBox="1">
            <a:spLocks/>
          </p:cNvSpPr>
          <p:nvPr/>
        </p:nvSpPr>
        <p:spPr>
          <a:xfrm>
            <a:off x="582491" y="2389238"/>
            <a:ext cx="3497896" cy="384441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600" dirty="0">
                <a:latin typeface="Arial" panose="020B0604020202020204" pitchFamily="34" charset="0"/>
                <a:cs typeface="Arial" panose="020B0604020202020204" pitchFamily="34" charset="0"/>
              </a:rPr>
              <a:t>Cho phép người quản trị có thể thêm, sửa, xóa các thuộc tính trong sản phẩm như: tên sản phẩm, giá tiền, loại điện tử, mô tả, hình ảnh sản phẩm.</a:t>
            </a:r>
          </a:p>
          <a:p>
            <a:pPr marL="0" indent="0">
              <a:buNone/>
            </a:pPr>
            <a:endParaRPr lang="vi-VN" sz="2600" dirty="0">
              <a:latin typeface="Arial" panose="020B0604020202020204" pitchFamily="34" charset="0"/>
              <a:cs typeface="Arial" panose="020B0604020202020204" pitchFamily="34" charset="0"/>
            </a:endParaRPr>
          </a:p>
        </p:txBody>
      </p:sp>
      <p:sp>
        <p:nvSpPr>
          <p:cNvPr id="4" name="Content Placeholder 4">
            <a:extLst>
              <a:ext uri="{FF2B5EF4-FFF2-40B4-BE49-F238E27FC236}">
                <a16:creationId xmlns:a16="http://schemas.microsoft.com/office/drawing/2014/main" id="{A220967E-ED01-6791-D257-A2C4F85324C4}"/>
              </a:ext>
            </a:extLst>
          </p:cNvPr>
          <p:cNvSpPr txBox="1">
            <a:spLocks/>
          </p:cNvSpPr>
          <p:nvPr/>
        </p:nvSpPr>
        <p:spPr>
          <a:xfrm>
            <a:off x="877457" y="937618"/>
            <a:ext cx="5316866" cy="44750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600" b="1" dirty="0">
                <a:latin typeface="Arial" panose="020B0604020202020204" pitchFamily="34" charset="0"/>
                <a:cs typeface="Arial" panose="020B0604020202020204" pitchFamily="34" charset="0"/>
              </a:rPr>
              <a:t>Giao diện người quản trị </a:t>
            </a:r>
            <a:endParaRPr lang="en-US" sz="2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8083BAA-CB1C-C94C-7928-F9DEFCC87CD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6546" y="2245810"/>
            <a:ext cx="7871893" cy="3844413"/>
          </a:xfrm>
          <a:prstGeom prst="rect">
            <a:avLst/>
          </a:prstGeom>
          <a:noFill/>
          <a:ln>
            <a:noFill/>
          </a:ln>
        </p:spPr>
      </p:pic>
    </p:spTree>
    <p:extLst>
      <p:ext uri="{BB962C8B-B14F-4D97-AF65-F5344CB8AC3E}">
        <p14:creationId xmlns:p14="http://schemas.microsoft.com/office/powerpoint/2010/main" val="3809656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08AE1-B2AD-DF9D-B7A2-F4B4792357D7}"/>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Rectangle 3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462F8E-5CF8-0122-D742-432712B52B55}"/>
              </a:ext>
            </a:extLst>
          </p:cNvPr>
          <p:cNvSpPr>
            <a:spLocks noGrp="1"/>
          </p:cNvSpPr>
          <p:nvPr>
            <p:ph type="title"/>
          </p:nvPr>
        </p:nvSpPr>
        <p:spPr>
          <a:xfrm>
            <a:off x="865953" y="548640"/>
            <a:ext cx="10168128" cy="1179576"/>
          </a:xfrm>
        </p:spPr>
        <p:txBody>
          <a:bodyPr>
            <a:normAutofit/>
          </a:bodyPr>
          <a:lstStyle/>
          <a:p>
            <a:r>
              <a:rPr lang="vi-VN" b="1" dirty="0">
                <a:latin typeface="Arial" panose="020B0604020202020204" pitchFamily="34" charset="0"/>
                <a:cs typeface="Arial" panose="020B0604020202020204" pitchFamily="34" charset="0"/>
              </a:rPr>
              <a:t>TỔNG KẾT	</a:t>
            </a:r>
            <a:endParaRPr lang="en-US" b="1"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EEFF29F-4FB8-16AF-3444-440068C8592F}"/>
              </a:ext>
            </a:extLst>
          </p:cNvPr>
          <p:cNvSpPr>
            <a:spLocks noGrp="1"/>
          </p:cNvSpPr>
          <p:nvPr>
            <p:ph idx="1"/>
          </p:nvPr>
        </p:nvSpPr>
        <p:spPr>
          <a:xfrm>
            <a:off x="1157919" y="2239776"/>
            <a:ext cx="10168128" cy="4069584"/>
          </a:xfrm>
        </p:spPr>
        <p:txBody>
          <a:bodyPr>
            <a:normAutofit/>
          </a:bodyPr>
          <a:lstStyle/>
          <a:p>
            <a:pPr marL="0" indent="0" algn="just">
              <a:lnSpc>
                <a:spcPct val="100000"/>
              </a:lnSpc>
              <a:buNone/>
            </a:pPr>
            <a:r>
              <a:rPr lang="vi-VN" sz="2600" b="1" dirty="0">
                <a:latin typeface="Arial" panose="020B0604020202020204" pitchFamily="34" charset="0"/>
                <a:cs typeface="Arial" panose="020B0604020202020204" pitchFamily="34" charset="0"/>
              </a:rPr>
              <a:t>Kết quả đạt được</a:t>
            </a:r>
            <a:endParaRPr lang="vi-VN" sz="2600" dirty="0">
              <a:latin typeface="Arial" panose="020B0604020202020204" pitchFamily="34" charset="0"/>
              <a:cs typeface="Arial" panose="020B0604020202020204" pitchFamily="34" charset="0"/>
            </a:endParaRPr>
          </a:p>
          <a:p>
            <a:pPr marL="0" indent="0">
              <a:lnSpc>
                <a:spcPct val="100000"/>
              </a:lnSpc>
              <a:buNone/>
            </a:pPr>
            <a:r>
              <a:rPr lang="vi-VN" sz="2000" dirty="0">
                <a:latin typeface="Arial" panose="020B0604020202020204" pitchFamily="34" charset="0"/>
                <a:cs typeface="Arial" panose="020B0604020202020204" pitchFamily="34" charset="0"/>
              </a:rPr>
              <a:t>Thông qua quá trình thực hiện đồ án, em đã nắm được quy trình xây dựng </a:t>
            </a:r>
            <a:r>
              <a:rPr lang="vi-VN" sz="2000" dirty="0" err="1">
                <a:latin typeface="Arial" panose="020B0604020202020204" pitchFamily="34" charset="0"/>
                <a:cs typeface="Arial" panose="020B0604020202020204" pitchFamily="34" charset="0"/>
              </a:rPr>
              <a:t>website</a:t>
            </a:r>
            <a:r>
              <a:rPr lang="vi-VN" sz="2000" dirty="0">
                <a:latin typeface="Arial" panose="020B0604020202020204" pitchFamily="34" charset="0"/>
                <a:cs typeface="Arial" panose="020B0604020202020204" pitchFamily="34" charset="0"/>
              </a:rPr>
              <a:t> giới thiệu doanh nghiệp bằng </a:t>
            </a:r>
            <a:r>
              <a:rPr lang="vi-VN" sz="2000" dirty="0" err="1">
                <a:latin typeface="Arial" panose="020B0604020202020204" pitchFamily="34" charset="0"/>
                <a:cs typeface="Arial" panose="020B0604020202020204" pitchFamily="34" charset="0"/>
              </a:rPr>
              <a:t>WordPress</a:t>
            </a:r>
            <a:r>
              <a:rPr lang="vi-VN" sz="2000" dirty="0">
                <a:latin typeface="Arial" panose="020B0604020202020204" pitchFamily="34" charset="0"/>
                <a:cs typeface="Arial" panose="020B0604020202020204" pitchFamily="34" charset="0"/>
              </a:rPr>
              <a:t>. Đề tài giúp em hiểu rõ hơn cách triển khai một </a:t>
            </a:r>
            <a:r>
              <a:rPr lang="vi-VN" sz="2000" dirty="0" err="1">
                <a:latin typeface="Arial" panose="020B0604020202020204" pitchFamily="34" charset="0"/>
                <a:cs typeface="Arial" panose="020B0604020202020204" pitchFamily="34" charset="0"/>
              </a:rPr>
              <a:t>website</a:t>
            </a:r>
            <a:r>
              <a:rPr lang="vi-VN" sz="2000" dirty="0">
                <a:latin typeface="Arial" panose="020B0604020202020204" pitchFamily="34" charset="0"/>
                <a:cs typeface="Arial" panose="020B0604020202020204" pitchFamily="34" charset="0"/>
              </a:rPr>
              <a:t> thực tế, đồng thời rèn luyện kỹ năng thiết kế giao diện, quản lý nội dung và xử lý các vấn đề phát sinh trong quá trình thực hiện.</a:t>
            </a:r>
          </a:p>
          <a:p>
            <a:pPr marL="0" indent="0">
              <a:lnSpc>
                <a:spcPct val="100000"/>
              </a:lnSpc>
              <a:buNone/>
            </a:pPr>
            <a:r>
              <a:rPr lang="vi-VN" sz="2600" b="1" dirty="0">
                <a:latin typeface="Arial" panose="020B0604020202020204" pitchFamily="34" charset="0"/>
                <a:cs typeface="Arial" panose="020B0604020202020204" pitchFamily="34" charset="0"/>
              </a:rPr>
              <a:t>Hướng phát triển</a:t>
            </a:r>
          </a:p>
          <a:p>
            <a:pPr marL="0" indent="0">
              <a:lnSpc>
                <a:spcPct val="100000"/>
              </a:lnSpc>
              <a:buNone/>
            </a:pPr>
            <a:r>
              <a:rPr lang="vi-VN" sz="2000" dirty="0">
                <a:latin typeface="Arial" panose="020B0604020202020204" pitchFamily="34" charset="0"/>
                <a:cs typeface="Arial" panose="020B0604020202020204" pitchFamily="34" charset="0"/>
              </a:rPr>
              <a:t>Trong tương lai, </a:t>
            </a:r>
            <a:r>
              <a:rPr lang="vi-VN" sz="2000" dirty="0" err="1">
                <a:latin typeface="Arial" panose="020B0604020202020204" pitchFamily="34" charset="0"/>
                <a:cs typeface="Arial" panose="020B0604020202020204" pitchFamily="34" charset="0"/>
              </a:rPr>
              <a:t>website</a:t>
            </a:r>
            <a:r>
              <a:rPr lang="vi-VN" sz="2000" dirty="0">
                <a:latin typeface="Arial" panose="020B0604020202020204" pitchFamily="34" charset="0"/>
                <a:cs typeface="Arial" panose="020B0604020202020204" pitchFamily="34" charset="0"/>
              </a:rPr>
              <a:t> có thể được triển khai lên môi trường </a:t>
            </a:r>
            <a:r>
              <a:rPr lang="vi-VN" sz="2000" dirty="0" err="1">
                <a:latin typeface="Arial" panose="020B0604020202020204" pitchFamily="34" charset="0"/>
                <a:cs typeface="Arial" panose="020B0604020202020204" pitchFamily="34" charset="0"/>
              </a:rPr>
              <a:t>Internet</a:t>
            </a:r>
            <a:r>
              <a:rPr lang="vi-VN" sz="2000" dirty="0">
                <a:latin typeface="Arial" panose="020B0604020202020204" pitchFamily="34" charset="0"/>
                <a:cs typeface="Arial" panose="020B0604020202020204" pitchFamily="34" charset="0"/>
              </a:rPr>
              <a:t> và mở rộng thêm các chức năng nâng cao như thanh toán trực tuyến, tối ưu hóa tìm kiếm và cải thiện trải nghiệm người dùng. Điều này giúp </a:t>
            </a:r>
            <a:r>
              <a:rPr lang="vi-VN" sz="2000" dirty="0" err="1">
                <a:latin typeface="Arial" panose="020B0604020202020204" pitchFamily="34" charset="0"/>
                <a:cs typeface="Arial" panose="020B0604020202020204" pitchFamily="34" charset="0"/>
              </a:rPr>
              <a:t>website</a:t>
            </a:r>
            <a:r>
              <a:rPr lang="vi-VN" sz="2000" dirty="0">
                <a:latin typeface="Arial" panose="020B0604020202020204" pitchFamily="34" charset="0"/>
                <a:cs typeface="Arial" panose="020B0604020202020204" pitchFamily="34" charset="0"/>
              </a:rPr>
              <a:t> đáp ứng tốt hơn nhu cầu phát triển lâu dài của doanh nghiệp.</a:t>
            </a:r>
            <a:endParaRPr lang="en-US" sz="2000" b="1" dirty="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C1E67247-B9EC-FB8E-D197-36F56FC52553}"/>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62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Rectangle 3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Freeform: Shape 3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F85C5A-9956-8CC1-218C-C6058F76EB75}"/>
              </a:ext>
            </a:extLst>
          </p:cNvPr>
          <p:cNvSpPr>
            <a:spLocks noGrp="1"/>
          </p:cNvSpPr>
          <p:nvPr>
            <p:ph type="title"/>
          </p:nvPr>
        </p:nvSpPr>
        <p:spPr>
          <a:xfrm>
            <a:off x="1524003" y="1646666"/>
            <a:ext cx="9016718" cy="3116977"/>
          </a:xfrm>
        </p:spPr>
        <p:txBody>
          <a:bodyPr vert="horz" lIns="91440" tIns="45720" rIns="91440" bIns="45720" rtlCol="0" anchor="ctr">
            <a:normAutofit/>
          </a:bodyPr>
          <a:lstStyle/>
          <a:p>
            <a:pPr algn="ctr"/>
            <a:r>
              <a:rPr lang="en-US" sz="6000" b="1">
                <a:latin typeface="Arial" panose="020B0604020202020204" pitchFamily="34" charset="0"/>
                <a:cs typeface="Arial" panose="020B0604020202020204" pitchFamily="34" charset="0"/>
              </a:rPr>
              <a:t>CẢM ƠN </a:t>
            </a:r>
            <a:r>
              <a:rPr lang="vi-VN" sz="6000" b="1">
                <a:latin typeface="Arial" panose="020B0604020202020204" pitchFamily="34" charset="0"/>
                <a:cs typeface="Arial" panose="020B0604020202020204" pitchFamily="34" charset="0"/>
              </a:rPr>
              <a:t>THẦY, </a:t>
            </a:r>
            <a:r>
              <a:rPr lang="en-US" sz="6000" b="1">
                <a:latin typeface="Arial" panose="020B0604020202020204" pitchFamily="34" charset="0"/>
                <a:cs typeface="Arial" panose="020B0604020202020204" pitchFamily="34" charset="0"/>
              </a:rPr>
              <a:t>CÔ ĐÃ CHÚ Ý LẮNG</a:t>
            </a:r>
            <a:r>
              <a:rPr lang="vi-VN" sz="6000" b="1">
                <a:latin typeface="Arial" panose="020B0604020202020204" pitchFamily="34" charset="0"/>
                <a:cs typeface="Arial" panose="020B0604020202020204" pitchFamily="34" charset="0"/>
              </a:rPr>
              <a:t>  </a:t>
            </a:r>
            <a:r>
              <a:rPr lang="en-US" sz="6000" b="1">
                <a:latin typeface="Arial" panose="020B0604020202020204" pitchFamily="34" charset="0"/>
                <a:cs typeface="Arial" panose="020B0604020202020204" pitchFamily="34" charset="0"/>
              </a:rPr>
              <a:t>NGHE</a:t>
            </a:r>
          </a:p>
        </p:txBody>
      </p:sp>
      <p:sp>
        <p:nvSpPr>
          <p:cNvPr id="30" name="Rectangle 2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778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TM02900769[[fn=Retrospect]]</Template>
  <TotalTime>2963</TotalTime>
  <Words>1442</Words>
  <Application>Microsoft Office PowerPoint</Application>
  <PresentationFormat>Widescreen</PresentationFormat>
  <Paragraphs>83</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Avenir Next LT Pro</vt:lpstr>
      <vt:lpstr>Calibri</vt:lpstr>
      <vt:lpstr>AccentBoxVTI</vt:lpstr>
      <vt:lpstr>TÌM HIỂU VÀ XÂY DỰNG WEBISTE GIỚI THIỆU DOANH NGHIỆP  SỬ DỤNG WORDPRESS</vt:lpstr>
      <vt:lpstr>NỘI DUNG TRÌNH BÀY</vt:lpstr>
      <vt:lpstr>TỔNG QUAN VỀ ĐỀ TÀI </vt:lpstr>
      <vt:lpstr>TỔNG QUAN VỀ ĐỀ TÀI </vt:lpstr>
      <vt:lpstr>NGHIÊN CỨU LÝ THUYẾT</vt:lpstr>
      <vt:lpstr>NGHIÊN CỨU LÝ THUYẾT</vt:lpstr>
      <vt:lpstr>NGHIÊN CỨU LÝ THUYẾT</vt:lpstr>
      <vt:lpstr>NGHIÊN CỨU LÝ THUYẾT</vt:lpstr>
      <vt:lpstr>HIỆN THỰC HÓA NGHIÊN CỨU</vt:lpstr>
      <vt:lpstr>HIỆN THỰC HÓA NGHIÊN CỨU</vt:lpstr>
      <vt:lpstr>HIỆN THỰC HÓA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TỔNG KẾT </vt:lpstr>
      <vt:lpstr>CẢM ƠN THẦY, CÔ ĐÃ CHÚ Ý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Gia Nguyen</dc:creator>
  <cp:lastModifiedBy>Okami Kamento</cp:lastModifiedBy>
  <cp:revision>16</cp:revision>
  <dcterms:created xsi:type="dcterms:W3CDTF">2025-12-29T12:56:17Z</dcterms:created>
  <dcterms:modified xsi:type="dcterms:W3CDTF">2026-01-04T19:33:36Z</dcterms:modified>
</cp:coreProperties>
</file>